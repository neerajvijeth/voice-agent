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Palatino Linotype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alatinoLinotype-italic.fntdata"/><Relationship Id="rId20" Type="http://schemas.openxmlformats.org/officeDocument/2006/relationships/slide" Target="slides/slide15.xml"/><Relationship Id="rId41" Type="http://schemas.openxmlformats.org/officeDocument/2006/relationships/font" Target="fonts/PalatinoLinotype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alatinoLinotype-bold.fntdata"/><Relationship Id="rId16" Type="http://schemas.openxmlformats.org/officeDocument/2006/relationships/slide" Target="slides/slide11.xml"/><Relationship Id="rId38" Type="http://schemas.openxmlformats.org/officeDocument/2006/relationships/font" Target="fonts/PalatinoLinotype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www.instagram.com/isfcr.pesu" TargetMode="External"/><Relationship Id="rId4" Type="http://schemas.openxmlformats.org/officeDocument/2006/relationships/image" Target="../media/image1.png"/><Relationship Id="rId11" Type="http://schemas.openxmlformats.org/officeDocument/2006/relationships/hyperlink" Target="http://www.isfcr.pes.edu/" TargetMode="External"/><Relationship Id="rId10" Type="http://schemas.openxmlformats.org/officeDocument/2006/relationships/image" Target="../media/image10.png"/><Relationship Id="rId12" Type="http://schemas.openxmlformats.org/officeDocument/2006/relationships/image" Target="../media/image5.png"/><Relationship Id="rId9" Type="http://schemas.openxmlformats.org/officeDocument/2006/relationships/hyperlink" Target="http://www.isfcr.pes.edu/" TargetMode="External"/><Relationship Id="rId5" Type="http://schemas.openxmlformats.org/officeDocument/2006/relationships/hyperlink" Target="https://www.instagram.com/isfcr.pesu" TargetMode="External"/><Relationship Id="rId6" Type="http://schemas.openxmlformats.org/officeDocument/2006/relationships/hyperlink" Target="https://in.linkedin.com/company/isfcr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in.linkedin.com/company/isfcr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lcome Slide">
  <p:cSld name="Welcom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/>
        </p:nvSpPr>
        <p:spPr>
          <a:xfrm>
            <a:off x="3111795" y="1956391"/>
            <a:ext cx="28069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rPr>
              <a:t>Welcome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0" y="2340641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PES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2197395" y="3024017"/>
            <a:ext cx="47492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rPr>
              <a:t>Ring Road Campus, Bengaluru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152249"/>
            <a:ext cx="2603899" cy="13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7200" y="413707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lcome Slide 2">
  <p:cSld name="Welcome Slide 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152249"/>
            <a:ext cx="2603899" cy="1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304341" y="3370510"/>
            <a:ext cx="4600575" cy="771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A7F25"/>
              </a:buClr>
              <a:buSzPts val="2400"/>
              <a:buNone/>
              <a:defRPr b="0" sz="2400">
                <a:solidFill>
                  <a:srgbClr val="EA7F25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2304342" y="2564530"/>
            <a:ext cx="46005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12344"/>
              </a:buClr>
              <a:buSzPts val="2400"/>
              <a:buNone/>
              <a:defRPr b="0" sz="24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body"/>
          </p:nvPr>
        </p:nvSpPr>
        <p:spPr>
          <a:xfrm>
            <a:off x="1433597" y="1656209"/>
            <a:ext cx="634206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A7F25"/>
              </a:buClr>
              <a:buSzPts val="3600"/>
              <a:buNone/>
              <a:defRPr b="1" sz="3600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0575" y="413707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Bullets">
  <p:cSld name="Title + Content - Bulle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type="title"/>
          </p:nvPr>
        </p:nvSpPr>
        <p:spPr>
          <a:xfrm>
            <a:off x="251520" y="8604"/>
            <a:ext cx="7886700" cy="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800"/>
              <a:buFont typeface="Calibri"/>
              <a:buNone/>
              <a:defRPr b="1" sz="28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8" name="Google Shape;28;p4"/>
          <p:cNvCxnSpPr/>
          <p:nvPr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cap="flat" cmpd="sng" w="9525">
            <a:solidFill>
              <a:srgbClr val="EA7F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/>
          <p:nvPr/>
        </p:nvSpPr>
        <p:spPr>
          <a:xfrm>
            <a:off x="0" y="4891791"/>
            <a:ext cx="9144000" cy="267494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251520" y="688928"/>
            <a:ext cx="8471338" cy="411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Inter"/>
              <a:buChar char="☞"/>
              <a:defRPr sz="2400">
                <a:solidFill>
                  <a:srgbClr val="3A3A3A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400"/>
              <a:buChar char="•"/>
              <a:defRPr sz="2400">
                <a:solidFill>
                  <a:srgbClr val="3A3A3A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Char char="●"/>
              <a:defRPr sz="2000">
                <a:solidFill>
                  <a:srgbClr val="3A3A3A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472458" y="4850191"/>
            <a:ext cx="548700" cy="26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251520" y="4887039"/>
            <a:ext cx="2037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4"/>
            <a:ext cx="708204" cy="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938">
          <p15:clr>
            <a:srgbClr val="FBAE40"/>
          </p15:clr>
        </p15:guide>
        <p15:guide id="2" pos="20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3648484"/>
            <a:ext cx="2603899" cy="1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/>
        </p:nvSpPr>
        <p:spPr>
          <a:xfrm>
            <a:off x="2090176" y="452017"/>
            <a:ext cx="49946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4041" y="2586418"/>
            <a:ext cx="662016" cy="66201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>
            <a:hlinkClick r:id="rId5"/>
          </p:cNvPr>
          <p:cNvSpPr txBox="1"/>
          <p:nvPr/>
        </p:nvSpPr>
        <p:spPr>
          <a:xfrm>
            <a:off x="1814989" y="3251718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isfcr.pesu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" name="Google Shape;39;p5"/>
          <p:cNvGrpSpPr/>
          <p:nvPr/>
        </p:nvGrpSpPr>
        <p:grpSpPr>
          <a:xfrm>
            <a:off x="6371669" y="2585932"/>
            <a:ext cx="779738" cy="1035118"/>
            <a:chOff x="6993237" y="2485157"/>
            <a:chExt cx="779738" cy="1035118"/>
          </a:xfrm>
        </p:grpSpPr>
        <p:pic>
          <p:nvPicPr>
            <p:cNvPr id="40" name="Google Shape;40;p5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52098" y="2485157"/>
              <a:ext cx="662016" cy="662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5">
              <a:hlinkClick r:id="rId8"/>
            </p:cNvPr>
            <p:cNvSpPr txBox="1"/>
            <p:nvPr/>
          </p:nvSpPr>
          <p:spPr>
            <a:xfrm>
              <a:off x="6993237" y="3150943"/>
              <a:ext cx="7797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IN" sz="18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ISFCR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2" name="Google Shape;42;p5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7861" y="2585932"/>
            <a:ext cx="659253" cy="65925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>
            <a:hlinkClick r:id="rId11"/>
          </p:cNvPr>
          <p:cNvSpPr txBox="1"/>
          <p:nvPr/>
        </p:nvSpPr>
        <p:spPr>
          <a:xfrm>
            <a:off x="3549612" y="3245185"/>
            <a:ext cx="20757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www.isfcr.pes.edu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2090176" y="1819418"/>
            <a:ext cx="49946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Follow 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84800" y="4111745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Welcome Slide 2">
  <p:cSld name="1_Welcome Slide 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152249"/>
            <a:ext cx="2603899" cy="1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1331640" y="1879850"/>
            <a:ext cx="648072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Computer Network 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UE20CS336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2317750" y="3346450"/>
            <a:ext cx="4600575" cy="771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A7F25"/>
              </a:buClr>
              <a:buSzPts val="2400"/>
              <a:buNone/>
              <a:defRPr b="0" sz="2400">
                <a:solidFill>
                  <a:srgbClr val="EA7F25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5475" y="462270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Image on Left">
  <p:cSld name="Title + Content - Image on Lef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/>
          <p:nvPr/>
        </p:nvSpPr>
        <p:spPr>
          <a:xfrm>
            <a:off x="0" y="4891791"/>
            <a:ext cx="9144000" cy="267494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472458" y="4850191"/>
            <a:ext cx="548700" cy="26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56" name="Google Shape;56;p7"/>
          <p:cNvCxnSpPr/>
          <p:nvPr/>
        </p:nvCxnSpPr>
        <p:spPr>
          <a:xfrm>
            <a:off x="4572000" y="761814"/>
            <a:ext cx="0" cy="3970174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7"/>
          <p:cNvSpPr txBox="1"/>
          <p:nvPr>
            <p:ph type="title"/>
          </p:nvPr>
        </p:nvSpPr>
        <p:spPr>
          <a:xfrm>
            <a:off x="251520" y="8604"/>
            <a:ext cx="7886700" cy="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800"/>
              <a:buFont typeface="Calibri"/>
              <a:buNone/>
              <a:defRPr b="1" sz="28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8" name="Google Shape;58;p7"/>
          <p:cNvCxnSpPr/>
          <p:nvPr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cap="flat" cmpd="sng" w="9525">
            <a:solidFill>
              <a:srgbClr val="EA7F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4713785" y="683267"/>
            <a:ext cx="4176464" cy="411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Inter"/>
              <a:buChar char="☞"/>
              <a:defRPr sz="2400">
                <a:solidFill>
                  <a:srgbClr val="3A3A3A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400"/>
              <a:buChar char="•"/>
              <a:defRPr sz="2400">
                <a:solidFill>
                  <a:srgbClr val="3A3A3A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Char char="●"/>
              <a:defRPr sz="2000">
                <a:solidFill>
                  <a:srgbClr val="3A3A3A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/>
        </p:nvSpPr>
        <p:spPr>
          <a:xfrm>
            <a:off x="251520" y="4887039"/>
            <a:ext cx="2037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4"/>
            <a:ext cx="708204" cy="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Image Comparison">
  <p:cSld name="Title + Content - Image Comparis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/>
          <p:nvPr/>
        </p:nvSpPr>
        <p:spPr>
          <a:xfrm>
            <a:off x="0" y="4891791"/>
            <a:ext cx="9144000" cy="267494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472458" y="4850191"/>
            <a:ext cx="548700" cy="26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66" name="Google Shape;66;p8"/>
          <p:cNvCxnSpPr/>
          <p:nvPr/>
        </p:nvCxnSpPr>
        <p:spPr>
          <a:xfrm>
            <a:off x="4572000" y="761814"/>
            <a:ext cx="0" cy="3970174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8"/>
          <p:cNvSpPr txBox="1"/>
          <p:nvPr>
            <p:ph type="title"/>
          </p:nvPr>
        </p:nvSpPr>
        <p:spPr>
          <a:xfrm>
            <a:off x="251520" y="8604"/>
            <a:ext cx="7886700" cy="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800"/>
              <a:buFont typeface="Calibri"/>
              <a:buNone/>
              <a:defRPr b="1" sz="28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8" name="Google Shape;68;p8"/>
          <p:cNvCxnSpPr/>
          <p:nvPr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cap="flat" cmpd="sng" w="9525">
            <a:solidFill>
              <a:srgbClr val="EA7F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8"/>
          <p:cNvSpPr txBox="1"/>
          <p:nvPr/>
        </p:nvSpPr>
        <p:spPr>
          <a:xfrm>
            <a:off x="251520" y="4887039"/>
            <a:ext cx="2037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4"/>
            <a:ext cx="708204" cy="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jp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23.jpg"/><Relationship Id="rId5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hyperlink" Target="http://www.propublica.org/article/machine-bias-risk-assessments-in-criminal-sentencing" TargetMode="External"/><Relationship Id="rId5" Type="http://schemas.openxmlformats.org/officeDocument/2006/relationships/image" Target="../media/image2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propublica.org/article/machine-bias-risk-assessments-in-criminal-sentencing" TargetMode="External"/><Relationship Id="rId4" Type="http://schemas.openxmlformats.org/officeDocument/2006/relationships/image" Target="../media/image2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Relationship Id="rId4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jpg"/><Relationship Id="rId4" Type="http://schemas.openxmlformats.org/officeDocument/2006/relationships/image" Target="../media/image2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jpg"/><Relationship Id="rId4" Type="http://schemas.openxmlformats.org/officeDocument/2006/relationships/image" Target="../media/image4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jpg"/><Relationship Id="rId4" Type="http://schemas.openxmlformats.org/officeDocument/2006/relationships/image" Target="../media/image3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jpg"/><Relationship Id="rId4" Type="http://schemas.openxmlformats.org/officeDocument/2006/relationships/image" Target="../media/image4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4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2304342" y="3795886"/>
            <a:ext cx="46005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Unit 2 : Lecture 4:  Fairness in Machine Learning - Overview</a:t>
            </a:r>
            <a:endParaRPr/>
          </a:p>
        </p:txBody>
      </p:sp>
      <p:sp>
        <p:nvSpPr>
          <p:cNvPr id="80" name="Google Shape;80;p10"/>
          <p:cNvSpPr txBox="1"/>
          <p:nvPr>
            <p:ph idx="2" type="body"/>
          </p:nvPr>
        </p:nvSpPr>
        <p:spPr>
          <a:xfrm>
            <a:off x="1999551" y="2931804"/>
            <a:ext cx="51912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400"/>
              <a:buNone/>
            </a:pPr>
            <a:r>
              <a:rPr lang="en-IN"/>
              <a:t>Preet Kanwal</a:t>
            </a:r>
            <a:endParaRPr/>
          </a:p>
        </p:txBody>
      </p:sp>
      <p:sp>
        <p:nvSpPr>
          <p:cNvPr id="81" name="Google Shape;81;p10"/>
          <p:cNvSpPr txBox="1"/>
          <p:nvPr>
            <p:ph idx="3" type="body"/>
          </p:nvPr>
        </p:nvSpPr>
        <p:spPr>
          <a:xfrm>
            <a:off x="1433597" y="1656209"/>
            <a:ext cx="63420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IN"/>
              <a:t>Responsible AI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Machine Learning Pipeline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8" name="Google Shape;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709" y="1728787"/>
            <a:ext cx="1040511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/>
          <p:nvPr/>
        </p:nvSpPr>
        <p:spPr>
          <a:xfrm>
            <a:off x="1590927" y="1971675"/>
            <a:ext cx="447675" cy="276225"/>
          </a:xfrm>
          <a:custGeom>
            <a:rect b="b" l="l" r="r" t="t"/>
            <a:pathLst>
              <a:path extrusionOk="0" h="276225" w="447675">
                <a:moveTo>
                  <a:pt x="309625" y="0"/>
                </a:moveTo>
                <a:lnTo>
                  <a:pt x="309625" y="69087"/>
                </a:lnTo>
                <a:lnTo>
                  <a:pt x="0" y="69087"/>
                </a:lnTo>
                <a:lnTo>
                  <a:pt x="0" y="207137"/>
                </a:lnTo>
                <a:lnTo>
                  <a:pt x="309625" y="207137"/>
                </a:lnTo>
                <a:lnTo>
                  <a:pt x="309625" y="276225"/>
                </a:lnTo>
                <a:lnTo>
                  <a:pt x="447675" y="138049"/>
                </a:lnTo>
                <a:lnTo>
                  <a:pt x="309625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8088" y="1609725"/>
            <a:ext cx="998413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/>
          <p:nvPr/>
        </p:nvSpPr>
        <p:spPr>
          <a:xfrm>
            <a:off x="3408489" y="2028824"/>
            <a:ext cx="447675" cy="276225"/>
          </a:xfrm>
          <a:custGeom>
            <a:rect b="b" l="l" r="r" t="t"/>
            <a:pathLst>
              <a:path extrusionOk="0" h="276225" w="447675">
                <a:moveTo>
                  <a:pt x="309625" y="0"/>
                </a:moveTo>
                <a:lnTo>
                  <a:pt x="309625" y="69087"/>
                </a:lnTo>
                <a:lnTo>
                  <a:pt x="0" y="69087"/>
                </a:lnTo>
                <a:lnTo>
                  <a:pt x="0" y="207137"/>
                </a:lnTo>
                <a:lnTo>
                  <a:pt x="309625" y="207137"/>
                </a:lnTo>
                <a:lnTo>
                  <a:pt x="309625" y="276225"/>
                </a:lnTo>
                <a:lnTo>
                  <a:pt x="447675" y="138049"/>
                </a:lnTo>
                <a:lnTo>
                  <a:pt x="309625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1"/>
          <p:cNvSpPr txBox="1"/>
          <p:nvPr/>
        </p:nvSpPr>
        <p:spPr>
          <a:xfrm>
            <a:off x="580136" y="2906966"/>
            <a:ext cx="46037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1"/>
          <p:cNvSpPr txBox="1"/>
          <p:nvPr/>
        </p:nvSpPr>
        <p:spPr>
          <a:xfrm>
            <a:off x="2208123" y="2971101"/>
            <a:ext cx="950594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1"/>
          <p:cNvGrpSpPr/>
          <p:nvPr/>
        </p:nvGrpSpPr>
        <p:grpSpPr>
          <a:xfrm>
            <a:off x="4325144" y="1528761"/>
            <a:ext cx="1572357" cy="1276350"/>
            <a:chOff x="6734175" y="2095500"/>
            <a:chExt cx="2111375" cy="2010410"/>
          </a:xfrm>
        </p:grpSpPr>
        <p:sp>
          <p:nvSpPr>
            <p:cNvPr id="95" name="Google Shape;95;p11"/>
            <p:cNvSpPr/>
            <p:nvPr/>
          </p:nvSpPr>
          <p:spPr>
            <a:xfrm>
              <a:off x="6734175" y="2095500"/>
              <a:ext cx="2111375" cy="2010410"/>
            </a:xfrm>
            <a:custGeom>
              <a:rect b="b" l="l" r="r" t="t"/>
              <a:pathLst>
                <a:path extrusionOk="0" h="2010410" w="2111375">
                  <a:moveTo>
                    <a:pt x="0" y="2010029"/>
                  </a:moveTo>
                  <a:lnTo>
                    <a:pt x="2111375" y="0"/>
                  </a:lnTo>
                </a:path>
              </a:pathLst>
            </a:custGeom>
            <a:noFill/>
            <a:ln cap="flat" cmpd="sng" w="57150">
              <a:solidFill>
                <a:srgbClr val="4966A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7396226" y="2414650"/>
              <a:ext cx="257175" cy="304800"/>
            </a:xfrm>
            <a:custGeom>
              <a:rect b="b" l="l" r="r" t="t"/>
              <a:pathLst>
                <a:path extrusionOk="0" h="304800" w="257175">
                  <a:moveTo>
                    <a:pt x="128524" y="0"/>
                  </a:moveTo>
                  <a:lnTo>
                    <a:pt x="0" y="304800"/>
                  </a:lnTo>
                  <a:lnTo>
                    <a:pt x="257175" y="304800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A3D6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7396226" y="2414650"/>
              <a:ext cx="257175" cy="304800"/>
            </a:xfrm>
            <a:custGeom>
              <a:rect b="b" l="l" r="r" t="t"/>
              <a:pathLst>
                <a:path extrusionOk="0" h="304800" w="257175">
                  <a:moveTo>
                    <a:pt x="0" y="304800"/>
                  </a:moveTo>
                  <a:lnTo>
                    <a:pt x="128524" y="0"/>
                  </a:lnTo>
                  <a:lnTo>
                    <a:pt x="257175" y="30480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cap="flat" cmpd="sng" w="12700">
              <a:solidFill>
                <a:srgbClr val="3649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7120001" y="2919475"/>
              <a:ext cx="247650" cy="295275"/>
            </a:xfrm>
            <a:custGeom>
              <a:rect b="b" l="l" r="r" t="t"/>
              <a:pathLst>
                <a:path extrusionOk="0" h="295275" w="247650">
                  <a:moveTo>
                    <a:pt x="123825" y="0"/>
                  </a:moveTo>
                  <a:lnTo>
                    <a:pt x="0" y="295275"/>
                  </a:lnTo>
                  <a:lnTo>
                    <a:pt x="247650" y="295275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A3D6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7120001" y="2919475"/>
              <a:ext cx="247650" cy="295275"/>
            </a:xfrm>
            <a:custGeom>
              <a:rect b="b" l="l" r="r" t="t"/>
              <a:pathLst>
                <a:path extrusionOk="0" h="295275" w="247650">
                  <a:moveTo>
                    <a:pt x="0" y="295275"/>
                  </a:moveTo>
                  <a:lnTo>
                    <a:pt x="123825" y="0"/>
                  </a:lnTo>
                  <a:lnTo>
                    <a:pt x="247650" y="295275"/>
                  </a:lnTo>
                  <a:lnTo>
                    <a:pt x="0" y="295275"/>
                  </a:lnTo>
                  <a:close/>
                </a:path>
              </a:pathLst>
            </a:custGeom>
            <a:noFill/>
            <a:ln cap="flat" cmpd="sng" w="12700">
              <a:solidFill>
                <a:srgbClr val="3649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" name="Google Shape;100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48575" y="33909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81975" y="3086100"/>
              <a:ext cx="209550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11"/>
          <p:cNvSpPr txBox="1"/>
          <p:nvPr/>
        </p:nvSpPr>
        <p:spPr>
          <a:xfrm>
            <a:off x="4389090" y="3007730"/>
            <a:ext cx="63119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6106288" y="2063244"/>
            <a:ext cx="397646" cy="241805"/>
          </a:xfrm>
          <a:custGeom>
            <a:rect b="b" l="l" r="r" t="t"/>
            <a:pathLst>
              <a:path extrusionOk="0" h="285750" w="1047750">
                <a:moveTo>
                  <a:pt x="904875" y="0"/>
                </a:moveTo>
                <a:lnTo>
                  <a:pt x="904875" y="71374"/>
                </a:lnTo>
                <a:lnTo>
                  <a:pt x="0" y="71374"/>
                </a:lnTo>
                <a:lnTo>
                  <a:pt x="0" y="214375"/>
                </a:lnTo>
                <a:lnTo>
                  <a:pt x="904875" y="214375"/>
                </a:lnTo>
                <a:lnTo>
                  <a:pt x="904875" y="285750"/>
                </a:lnTo>
                <a:lnTo>
                  <a:pt x="1047750" y="142875"/>
                </a:lnTo>
                <a:lnTo>
                  <a:pt x="904875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14898" y="1728787"/>
            <a:ext cx="929691" cy="779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1397047"/>
            <a:ext cx="7886700" cy="2349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8" name="Google Shape;1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710" y="3522301"/>
            <a:ext cx="5120580" cy="1386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842" y="594504"/>
            <a:ext cx="373380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5328" y="1337510"/>
            <a:ext cx="3935830" cy="931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COMPAS SYSTEM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1" y="874956"/>
            <a:ext cx="3323222" cy="350871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/>
        </p:nvSpPr>
        <p:spPr>
          <a:xfrm>
            <a:off x="1898967" y="4664136"/>
            <a:ext cx="5346065" cy="186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IN" sz="1050" u="none" cap="none" strike="noStrike">
                <a:solidFill>
                  <a:srgbClr val="A4A4A4"/>
                </a:solidFill>
                <a:latin typeface="Calibri"/>
                <a:ea typeface="Calibri"/>
                <a:cs typeface="Calibri"/>
                <a:sym typeface="Calibri"/>
              </a:rPr>
              <a:t>Source: https://</a:t>
            </a:r>
            <a:r>
              <a:rPr b="0" i="0" lang="en-IN" sz="10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www.propublica.org/article/machine-bias-risk-assessments-in-criminal-sentencing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9" name="Google Shape;129;p14"/>
          <p:cNvGrpSpPr/>
          <p:nvPr/>
        </p:nvGrpSpPr>
        <p:grpSpPr>
          <a:xfrm>
            <a:off x="3981488" y="995263"/>
            <a:ext cx="3479178" cy="3388400"/>
            <a:chOff x="3895725" y="942975"/>
            <a:chExt cx="4648200" cy="4876800"/>
          </a:xfrm>
        </p:grpSpPr>
        <p:pic>
          <p:nvPicPr>
            <p:cNvPr id="130" name="Google Shape;13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95725" y="942975"/>
              <a:ext cx="4648200" cy="487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33825" y="1457325"/>
              <a:ext cx="4572000" cy="34194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STATS from COMPAS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2364546" y="4252912"/>
            <a:ext cx="5346065" cy="186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IN" sz="1050" u="none" cap="none" strike="noStrike">
                <a:solidFill>
                  <a:srgbClr val="A4A4A4"/>
                </a:solidFill>
                <a:latin typeface="Calibri"/>
                <a:ea typeface="Calibri"/>
                <a:cs typeface="Calibri"/>
                <a:sym typeface="Calibri"/>
              </a:rPr>
              <a:t>Source: https://</a:t>
            </a:r>
            <a:r>
              <a:rPr b="0" i="0" lang="en-IN" sz="10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www.propublica.org/article/machine-bias-risk-assessments-in-criminal-sentencing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520" y="1133475"/>
            <a:ext cx="8562975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731" y="1425914"/>
            <a:ext cx="2022845" cy="45801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510100" y="2069190"/>
            <a:ext cx="8335645" cy="106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12700" lvl="0" marL="12700" marR="5080" rtl="0" algn="l">
              <a:lnSpc>
                <a:spcPct val="10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IN" sz="3100" u="none" cap="none" strike="noStrike">
                <a:solidFill>
                  <a:srgbClr val="4F4F4F"/>
                </a:solidFill>
                <a:latin typeface="Arial"/>
                <a:ea typeface="Arial"/>
                <a:cs typeface="Arial"/>
                <a:sym typeface="Arial"/>
              </a:rPr>
              <a:t>Amazon scraps secret Al recruiting tool that showed bias against women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2665998"/>
            <a:ext cx="8894345" cy="1298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5963" y="1021973"/>
            <a:ext cx="2544679" cy="1516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1201152" y="4201302"/>
            <a:ext cx="619569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A4A4A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https://papers.ssrn.com/sol3/papers.cfm?abstract_id=2208240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Biases in Word Embeddings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792" y="2793028"/>
            <a:ext cx="4611659" cy="151448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251520" y="4560368"/>
            <a:ext cx="6523252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7E7E7E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https://blog.acolyer.org/2020/12/08/bias-in-word-embeddings/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98" y="782053"/>
            <a:ext cx="4774728" cy="1789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937" y="745959"/>
            <a:ext cx="5967162" cy="3891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How do we fix it?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721895" y="1380138"/>
            <a:ext cx="45720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But first, what exactly is fairness?</a:t>
            </a:r>
            <a:endParaRPr b="0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One practical approach researchers often take is this: let’s treat fairness as “whatever is legal.”</a:t>
            </a:r>
            <a:endParaRPr b="0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Fair unsupervised learning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346" y="1177131"/>
            <a:ext cx="7571874" cy="268450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867509" y="3861638"/>
            <a:ext cx="637667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7E7E7E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https://sites.google.com/site/ssamadi/home/fair-pca-homepage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251520" y="76077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IN" sz="1400" u="none" cap="none" strike="sng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Un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Fair PCA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IN" strike="sng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Un</a:t>
            </a:r>
            <a:r>
              <a:rPr lang="en-IN">
                <a:solidFill>
                  <a:schemeClr val="dk1"/>
                </a:solidFill>
              </a:rPr>
              <a:t>Fair PCA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768" y="986588"/>
            <a:ext cx="6687051" cy="211254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673768" y="3778352"/>
            <a:ext cx="637667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7E7E7E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https://sites.google.com/site/ssamadi/home/fair-pca-homepage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IN" strike="sng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Un</a:t>
            </a:r>
            <a:r>
              <a:rPr lang="en-IN">
                <a:solidFill>
                  <a:schemeClr val="dk1"/>
                </a:solidFill>
              </a:rPr>
              <a:t>Fair PCA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733" y="1481137"/>
            <a:ext cx="7858125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395" y="885825"/>
            <a:ext cx="760095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473" y="2730722"/>
            <a:ext cx="8837054" cy="113742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1763455" y="4107497"/>
            <a:ext cx="637476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7E7E7E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https://sites.google.com/site/ssamadi/home/fair-pca-homepage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9" name="Google Shape;2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857250"/>
            <a:ext cx="4019691" cy="2776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2791" y="857250"/>
            <a:ext cx="3546790" cy="2982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Fair Supervised learning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No single answer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4287" y="848688"/>
            <a:ext cx="4362450" cy="3903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Statistical Parity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0" name="Google Shape;240;p28"/>
          <p:cNvSpPr txBox="1"/>
          <p:nvPr/>
        </p:nvSpPr>
        <p:spPr>
          <a:xfrm>
            <a:off x="783600" y="2571750"/>
            <a:ext cx="5291700" cy="17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IN" sz="1800" u="none" cap="none" strike="noStrike">
                <a:solidFill>
                  <a:srgbClr val="121329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Bias of classifier for the protected group: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D56C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Parity(M,C) = Pr(M(x) = 1 | x in C)	- Pr(M(x) = 1)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9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D56C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Ideal classifier =&gt; Parity = 0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D56C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 practice, min |parity(M,C)}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251520" y="1072130"/>
            <a:ext cx="7332345" cy="84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X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– set of all data points (people)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– Set of all data points (people) belonging to a certain protected group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: </a:t>
            </a: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X -&gt; {0,1}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- a classifier, say </a:t>
            </a:r>
            <a:r>
              <a:rPr b="0" i="1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logistic regression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Equality of Opportunity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9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8" name="Google Shape;248;p29"/>
          <p:cNvSpPr txBox="1"/>
          <p:nvPr/>
        </p:nvSpPr>
        <p:spPr>
          <a:xfrm>
            <a:off x="251520" y="1072130"/>
            <a:ext cx="7332345" cy="84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X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– set of all data points (people)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– Set of all data points (people) belonging to a certain protected group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: </a:t>
            </a: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X -&gt; {0,1}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- a classifier, say </a:t>
            </a:r>
            <a:r>
              <a:rPr b="0" i="1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logistic regression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423925" y="2778350"/>
            <a:ext cx="8597100" cy="15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opportunity_inequality(M,C) = Pr(M(x) = 1| y=1 and x ∊ C) - Pr(M(x) = 1|y=1)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92075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D56C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Ideal classifier</a:t>
            </a:r>
            <a:r>
              <a:rPr b="0" i="0" lang="en-IN" sz="1800" u="none" cap="none" strike="noStrike">
                <a:solidFill>
                  <a:srgbClr val="0D56C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:	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opportunity_inequality = 0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92075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D56C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 practice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:	min |opp_ineq(M,C)|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Individual Fairness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0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6" name="Google Shape;256;p30"/>
          <p:cNvSpPr txBox="1"/>
          <p:nvPr/>
        </p:nvSpPr>
        <p:spPr>
          <a:xfrm>
            <a:off x="1556671" y="782115"/>
            <a:ext cx="545909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X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– set of all data points (people)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5080" rtl="0" algn="l">
              <a:lnSpc>
                <a:spcPct val="121111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 </a:t>
            </a: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X -&gt; Δ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(simplex) - a classifier, say </a:t>
            </a:r>
            <a:r>
              <a:rPr b="0" i="1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logistic regression. d: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X * X -&gt; R - distance function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D: Δ * Δ -&gt; R – distance between probability vectors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57" name="Google Shape;25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10" y="2090501"/>
            <a:ext cx="23812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0"/>
          <p:cNvSpPr txBox="1"/>
          <p:nvPr/>
        </p:nvSpPr>
        <p:spPr>
          <a:xfrm>
            <a:off x="3459767" y="4212004"/>
            <a:ext cx="37852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D56C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D(M(x),M(x’)) &lt;= d(x,x;’) for any x.x’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Outcome Test (Predictive Parity)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1047816" y="1082906"/>
            <a:ext cx="562737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X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– set of all data points (people)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5080" rtl="0" algn="l">
              <a:lnSpc>
                <a:spcPct val="121111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– Set of all data points (people) belonging to a certain protected group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M: </a:t>
            </a:r>
            <a:r>
              <a:rPr b="1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X -&gt; {0,1}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- a classifier, say </a:t>
            </a:r>
            <a:r>
              <a:rPr b="0" i="1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logistic regression.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444313" y="3139290"/>
            <a:ext cx="6431915" cy="1512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Pred_parity(M,C) = Pr(y=1| M(x) = 1 and C) - Pr(y=1| M(x) = 1)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92075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D56C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Ideal classifier</a:t>
            </a:r>
            <a:r>
              <a:rPr b="0" i="0" lang="en-IN" sz="1800" u="none" cap="none" strike="noStrike">
                <a:solidFill>
                  <a:srgbClr val="0D56C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:	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Pred_parity = 0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92075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D56C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 practice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:	min |Pred_parity(M,C)|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Palatino Linotype"/>
                <a:ea typeface="Palatino Linotype"/>
                <a:cs typeface="Palatino Linotype"/>
                <a:sym typeface="Palatino Linotype"/>
              </a:rPr>
              <a:t>Impossiblity Result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3" name="Google Shape;273;p32"/>
          <p:cNvSpPr txBox="1"/>
          <p:nvPr>
            <p:ph idx="1" type="body"/>
          </p:nvPr>
        </p:nvSpPr>
        <p:spPr>
          <a:xfrm>
            <a:off x="251520" y="1120448"/>
            <a:ext cx="85278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5240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400"/>
              <a:buChar char="☞"/>
            </a:pPr>
            <a:r>
              <a:rPr lang="en-IN" sz="1800"/>
              <a:t>Opportunity_inequality(M,C) = Pr(M(x) = 1| y=1 and C) - Pr(M(x) = 1|y=1)</a:t>
            </a:r>
            <a:endParaRPr/>
          </a:p>
          <a:p>
            <a:pPr indent="-152400" lvl="0" marL="12700" marR="5080" rtl="0" algn="l">
              <a:lnSpc>
                <a:spcPct val="242222"/>
              </a:lnSpc>
              <a:spcBef>
                <a:spcPts val="234"/>
              </a:spcBef>
              <a:spcAft>
                <a:spcPts val="0"/>
              </a:spcAft>
              <a:buSzPts val="2400"/>
              <a:buChar char="☞"/>
            </a:pPr>
            <a:r>
              <a:rPr lang="en-IN" sz="1800"/>
              <a:t>Calibration within groups – Pr(M(x) = 1| x in C) ~= Pr(y=1| x in C)</a:t>
            </a:r>
            <a:endParaRPr/>
          </a:p>
        </p:txBody>
      </p:sp>
      <p:pic>
        <p:nvPicPr>
          <p:cNvPr id="274" name="Google Shape;2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45" y="3294647"/>
            <a:ext cx="6764252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Fair Logistic Regression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281" name="Google Shape;281;p33"/>
          <p:cNvGrpSpPr/>
          <p:nvPr/>
        </p:nvGrpSpPr>
        <p:grpSpPr>
          <a:xfrm>
            <a:off x="628650" y="1491250"/>
            <a:ext cx="3943350" cy="1063703"/>
            <a:chOff x="3619500" y="2419350"/>
            <a:chExt cx="4648200" cy="1409700"/>
          </a:xfrm>
        </p:grpSpPr>
        <p:pic>
          <p:nvPicPr>
            <p:cNvPr id="282" name="Google Shape;282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19500" y="2819400"/>
              <a:ext cx="4648200" cy="1009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33"/>
            <p:cNvSpPr/>
            <p:nvPr/>
          </p:nvSpPr>
          <p:spPr>
            <a:xfrm>
              <a:off x="6253226" y="2419350"/>
              <a:ext cx="991235" cy="730885"/>
            </a:xfrm>
            <a:custGeom>
              <a:rect b="b" l="l" r="r" t="t"/>
              <a:pathLst>
                <a:path extrusionOk="0" h="730885" w="991234">
                  <a:moveTo>
                    <a:pt x="73278" y="654685"/>
                  </a:moveTo>
                  <a:lnTo>
                    <a:pt x="0" y="697991"/>
                  </a:lnTo>
                  <a:lnTo>
                    <a:pt x="78612" y="730630"/>
                  </a:lnTo>
                  <a:lnTo>
                    <a:pt x="76338" y="698246"/>
                  </a:lnTo>
                  <a:lnTo>
                    <a:pt x="63881" y="698246"/>
                  </a:lnTo>
                  <a:lnTo>
                    <a:pt x="62737" y="688848"/>
                  </a:lnTo>
                  <a:lnTo>
                    <a:pt x="75574" y="687369"/>
                  </a:lnTo>
                  <a:lnTo>
                    <a:pt x="73439" y="656971"/>
                  </a:lnTo>
                  <a:lnTo>
                    <a:pt x="73394" y="656336"/>
                  </a:lnTo>
                  <a:lnTo>
                    <a:pt x="73278" y="654685"/>
                  </a:lnTo>
                  <a:close/>
                </a:path>
                <a:path extrusionOk="0" h="730885" w="991234">
                  <a:moveTo>
                    <a:pt x="75574" y="687369"/>
                  </a:moveTo>
                  <a:lnTo>
                    <a:pt x="62737" y="688848"/>
                  </a:lnTo>
                  <a:lnTo>
                    <a:pt x="63850" y="697991"/>
                  </a:lnTo>
                  <a:lnTo>
                    <a:pt x="63881" y="698246"/>
                  </a:lnTo>
                  <a:lnTo>
                    <a:pt x="76240" y="696848"/>
                  </a:lnTo>
                  <a:lnTo>
                    <a:pt x="75803" y="690626"/>
                  </a:lnTo>
                  <a:lnTo>
                    <a:pt x="75678" y="688848"/>
                  </a:lnTo>
                  <a:lnTo>
                    <a:pt x="75574" y="687369"/>
                  </a:lnTo>
                  <a:close/>
                </a:path>
                <a:path extrusionOk="0" h="730885" w="991234">
                  <a:moveTo>
                    <a:pt x="76240" y="696848"/>
                  </a:moveTo>
                  <a:lnTo>
                    <a:pt x="63881" y="698246"/>
                  </a:lnTo>
                  <a:lnTo>
                    <a:pt x="76338" y="698246"/>
                  </a:lnTo>
                  <a:lnTo>
                    <a:pt x="76240" y="696848"/>
                  </a:lnTo>
                  <a:close/>
                </a:path>
                <a:path extrusionOk="0" h="730885" w="991234">
                  <a:moveTo>
                    <a:pt x="138323" y="675760"/>
                  </a:moveTo>
                  <a:lnTo>
                    <a:pt x="114173" y="681354"/>
                  </a:lnTo>
                  <a:lnTo>
                    <a:pt x="93005" y="685279"/>
                  </a:lnTo>
                  <a:lnTo>
                    <a:pt x="91615" y="685521"/>
                  </a:lnTo>
                  <a:lnTo>
                    <a:pt x="75574" y="687369"/>
                  </a:lnTo>
                  <a:lnTo>
                    <a:pt x="76240" y="696848"/>
                  </a:lnTo>
                  <a:lnTo>
                    <a:pt x="116204" y="690626"/>
                  </a:lnTo>
                  <a:lnTo>
                    <a:pt x="161289" y="679576"/>
                  </a:lnTo>
                  <a:lnTo>
                    <a:pt x="172138" y="676210"/>
                  </a:lnTo>
                  <a:lnTo>
                    <a:pt x="136640" y="676210"/>
                  </a:lnTo>
                  <a:lnTo>
                    <a:pt x="138323" y="675760"/>
                  </a:lnTo>
                  <a:close/>
                </a:path>
                <a:path extrusionOk="0" h="730885" w="991234">
                  <a:moveTo>
                    <a:pt x="93005" y="685279"/>
                  </a:moveTo>
                  <a:lnTo>
                    <a:pt x="90951" y="685521"/>
                  </a:lnTo>
                  <a:lnTo>
                    <a:pt x="91615" y="685521"/>
                  </a:lnTo>
                  <a:lnTo>
                    <a:pt x="93005" y="685279"/>
                  </a:lnTo>
                  <a:close/>
                </a:path>
                <a:path extrusionOk="0" h="730885" w="991234">
                  <a:moveTo>
                    <a:pt x="159862" y="670008"/>
                  </a:moveTo>
                  <a:lnTo>
                    <a:pt x="136640" y="676210"/>
                  </a:lnTo>
                  <a:lnTo>
                    <a:pt x="172138" y="676210"/>
                  </a:lnTo>
                  <a:lnTo>
                    <a:pt x="183387" y="672719"/>
                  </a:lnTo>
                  <a:lnTo>
                    <a:pt x="190173" y="670377"/>
                  </a:lnTo>
                  <a:lnTo>
                    <a:pt x="158673" y="670377"/>
                  </a:lnTo>
                  <a:lnTo>
                    <a:pt x="159862" y="670008"/>
                  </a:lnTo>
                  <a:close/>
                </a:path>
                <a:path extrusionOk="0" h="730885" w="991234">
                  <a:moveTo>
                    <a:pt x="990980" y="0"/>
                  </a:moveTo>
                  <a:lnTo>
                    <a:pt x="944372" y="2032"/>
                  </a:lnTo>
                  <a:lnTo>
                    <a:pt x="897890" y="7874"/>
                  </a:lnTo>
                  <a:lnTo>
                    <a:pt x="852127" y="17317"/>
                  </a:lnTo>
                  <a:lnTo>
                    <a:pt x="807593" y="30099"/>
                  </a:lnTo>
                  <a:lnTo>
                    <a:pt x="764540" y="45847"/>
                  </a:lnTo>
                  <a:lnTo>
                    <a:pt x="723265" y="64515"/>
                  </a:lnTo>
                  <a:lnTo>
                    <a:pt x="684149" y="85725"/>
                  </a:lnTo>
                  <a:lnTo>
                    <a:pt x="647700" y="109220"/>
                  </a:lnTo>
                  <a:lnTo>
                    <a:pt x="614045" y="134747"/>
                  </a:lnTo>
                  <a:lnTo>
                    <a:pt x="583565" y="162178"/>
                  </a:lnTo>
                  <a:lnTo>
                    <a:pt x="556895" y="191135"/>
                  </a:lnTo>
                  <a:lnTo>
                    <a:pt x="524382" y="237109"/>
                  </a:lnTo>
                  <a:lnTo>
                    <a:pt x="502157" y="285114"/>
                  </a:lnTo>
                  <a:lnTo>
                    <a:pt x="491490" y="334645"/>
                  </a:lnTo>
                  <a:lnTo>
                    <a:pt x="489924" y="368296"/>
                  </a:lnTo>
                  <a:lnTo>
                    <a:pt x="487985" y="382895"/>
                  </a:lnTo>
                  <a:lnTo>
                    <a:pt x="479886" y="414386"/>
                  </a:lnTo>
                  <a:lnTo>
                    <a:pt x="479803" y="414664"/>
                  </a:lnTo>
                  <a:lnTo>
                    <a:pt x="479693" y="415025"/>
                  </a:lnTo>
                  <a:lnTo>
                    <a:pt x="473938" y="430012"/>
                  </a:lnTo>
                  <a:lnTo>
                    <a:pt x="473835" y="430279"/>
                  </a:lnTo>
                  <a:lnTo>
                    <a:pt x="466793" y="445633"/>
                  </a:lnTo>
                  <a:lnTo>
                    <a:pt x="458579" y="460579"/>
                  </a:lnTo>
                  <a:lnTo>
                    <a:pt x="449093" y="475882"/>
                  </a:lnTo>
                  <a:lnTo>
                    <a:pt x="448910" y="476098"/>
                  </a:lnTo>
                  <a:lnTo>
                    <a:pt x="438213" y="491250"/>
                  </a:lnTo>
                  <a:lnTo>
                    <a:pt x="426720" y="505587"/>
                  </a:lnTo>
                  <a:lnTo>
                    <a:pt x="414320" y="519740"/>
                  </a:lnTo>
                  <a:lnTo>
                    <a:pt x="414214" y="520003"/>
                  </a:lnTo>
                  <a:lnTo>
                    <a:pt x="386467" y="547376"/>
                  </a:lnTo>
                  <a:lnTo>
                    <a:pt x="355242" y="573112"/>
                  </a:lnTo>
                  <a:lnTo>
                    <a:pt x="320294" y="597662"/>
                  </a:lnTo>
                  <a:lnTo>
                    <a:pt x="284725" y="618642"/>
                  </a:lnTo>
                  <a:lnTo>
                    <a:pt x="243332" y="639317"/>
                  </a:lnTo>
                  <a:lnTo>
                    <a:pt x="201802" y="656336"/>
                  </a:lnTo>
                  <a:lnTo>
                    <a:pt x="158673" y="670377"/>
                  </a:lnTo>
                  <a:lnTo>
                    <a:pt x="190173" y="670377"/>
                  </a:lnTo>
                  <a:lnTo>
                    <a:pt x="226568" y="656971"/>
                  </a:lnTo>
                  <a:lnTo>
                    <a:pt x="267843" y="638301"/>
                  </a:lnTo>
                  <a:lnTo>
                    <a:pt x="306831" y="617092"/>
                  </a:lnTo>
                  <a:lnTo>
                    <a:pt x="343407" y="593598"/>
                  </a:lnTo>
                  <a:lnTo>
                    <a:pt x="377063" y="568071"/>
                  </a:lnTo>
                  <a:lnTo>
                    <a:pt x="407416" y="540638"/>
                  </a:lnTo>
                  <a:lnTo>
                    <a:pt x="434085" y="511555"/>
                  </a:lnTo>
                  <a:lnTo>
                    <a:pt x="466725" y="465709"/>
                  </a:lnTo>
                  <a:lnTo>
                    <a:pt x="488950" y="417575"/>
                  </a:lnTo>
                  <a:lnTo>
                    <a:pt x="499458" y="368296"/>
                  </a:lnTo>
                  <a:lnTo>
                    <a:pt x="500986" y="335883"/>
                  </a:lnTo>
                  <a:lnTo>
                    <a:pt x="502926" y="320479"/>
                  </a:lnTo>
                  <a:lnTo>
                    <a:pt x="506393" y="304174"/>
                  </a:lnTo>
                  <a:lnTo>
                    <a:pt x="506507" y="303633"/>
                  </a:lnTo>
                  <a:lnTo>
                    <a:pt x="511070" y="288385"/>
                  </a:lnTo>
                  <a:lnTo>
                    <a:pt x="511175" y="288036"/>
                  </a:lnTo>
                  <a:lnTo>
                    <a:pt x="511321" y="288036"/>
                  </a:lnTo>
                  <a:lnTo>
                    <a:pt x="517170" y="272805"/>
                  </a:lnTo>
                  <a:lnTo>
                    <a:pt x="517262" y="272538"/>
                  </a:lnTo>
                  <a:lnTo>
                    <a:pt x="524992" y="255716"/>
                  </a:lnTo>
                  <a:lnTo>
                    <a:pt x="532638" y="241680"/>
                  </a:lnTo>
                  <a:lnTo>
                    <a:pt x="535567" y="237109"/>
                  </a:lnTo>
                  <a:lnTo>
                    <a:pt x="542069" y="226843"/>
                  </a:lnTo>
                  <a:lnTo>
                    <a:pt x="576722" y="183007"/>
                  </a:lnTo>
                  <a:lnTo>
                    <a:pt x="604774" y="155321"/>
                  </a:lnTo>
                  <a:lnTo>
                    <a:pt x="636270" y="129286"/>
                  </a:lnTo>
                  <a:lnTo>
                    <a:pt x="670638" y="105273"/>
                  </a:lnTo>
                  <a:lnTo>
                    <a:pt x="670367" y="105273"/>
                  </a:lnTo>
                  <a:lnTo>
                    <a:pt x="707927" y="83185"/>
                  </a:lnTo>
                  <a:lnTo>
                    <a:pt x="747649" y="63500"/>
                  </a:lnTo>
                  <a:lnTo>
                    <a:pt x="789083" y="46567"/>
                  </a:lnTo>
                  <a:lnTo>
                    <a:pt x="788801" y="46567"/>
                  </a:lnTo>
                  <a:lnTo>
                    <a:pt x="810641" y="39115"/>
                  </a:lnTo>
                  <a:lnTo>
                    <a:pt x="832484" y="32385"/>
                  </a:lnTo>
                  <a:lnTo>
                    <a:pt x="854582" y="26542"/>
                  </a:lnTo>
                  <a:lnTo>
                    <a:pt x="876693" y="21517"/>
                  </a:lnTo>
                  <a:lnTo>
                    <a:pt x="876381" y="21517"/>
                  </a:lnTo>
                  <a:lnTo>
                    <a:pt x="899281" y="17317"/>
                  </a:lnTo>
                  <a:lnTo>
                    <a:pt x="898984" y="17317"/>
                  </a:lnTo>
                  <a:lnTo>
                    <a:pt x="922019" y="13880"/>
                  </a:lnTo>
                  <a:lnTo>
                    <a:pt x="921643" y="13880"/>
                  </a:lnTo>
                  <a:lnTo>
                    <a:pt x="945001" y="11581"/>
                  </a:lnTo>
                  <a:lnTo>
                    <a:pt x="944631" y="11581"/>
                  </a:lnTo>
                  <a:lnTo>
                    <a:pt x="968121" y="10033"/>
                  </a:lnTo>
                  <a:lnTo>
                    <a:pt x="991234" y="9525"/>
                  </a:lnTo>
                  <a:lnTo>
                    <a:pt x="991190" y="7874"/>
                  </a:lnTo>
                  <a:lnTo>
                    <a:pt x="991099" y="4445"/>
                  </a:lnTo>
                  <a:lnTo>
                    <a:pt x="990980" y="0"/>
                  </a:lnTo>
                  <a:close/>
                </a:path>
                <a:path extrusionOk="0" h="730885" w="991234">
                  <a:moveTo>
                    <a:pt x="182977" y="662835"/>
                  </a:moveTo>
                  <a:lnTo>
                    <a:pt x="180212" y="663693"/>
                  </a:lnTo>
                  <a:lnTo>
                    <a:pt x="180475" y="663693"/>
                  </a:lnTo>
                  <a:lnTo>
                    <a:pt x="182977" y="662835"/>
                  </a:lnTo>
                  <a:close/>
                </a:path>
                <a:path extrusionOk="0" h="730885" w="991234">
                  <a:moveTo>
                    <a:pt x="223458" y="647953"/>
                  </a:moveTo>
                  <a:lnTo>
                    <a:pt x="222717" y="648195"/>
                  </a:lnTo>
                  <a:lnTo>
                    <a:pt x="222897" y="648195"/>
                  </a:lnTo>
                  <a:lnTo>
                    <a:pt x="223458" y="647953"/>
                  </a:lnTo>
                  <a:close/>
                </a:path>
                <a:path extrusionOk="0" h="730885" w="991234">
                  <a:moveTo>
                    <a:pt x="414320" y="519740"/>
                  </a:moveTo>
                  <a:lnTo>
                    <a:pt x="414072" y="520003"/>
                  </a:lnTo>
                  <a:lnTo>
                    <a:pt x="412967" y="521284"/>
                  </a:lnTo>
                  <a:lnTo>
                    <a:pt x="414214" y="520003"/>
                  </a:lnTo>
                  <a:lnTo>
                    <a:pt x="414320" y="519740"/>
                  </a:lnTo>
                  <a:close/>
                </a:path>
                <a:path extrusionOk="0" h="730885" w="991234">
                  <a:moveTo>
                    <a:pt x="511321" y="288036"/>
                  </a:moveTo>
                  <a:lnTo>
                    <a:pt x="511175" y="288036"/>
                  </a:lnTo>
                  <a:lnTo>
                    <a:pt x="511071" y="288385"/>
                  </a:lnTo>
                  <a:lnTo>
                    <a:pt x="511321" y="288036"/>
                  </a:lnTo>
                  <a:close/>
                </a:path>
                <a:path extrusionOk="0" h="730885" w="991234">
                  <a:moveTo>
                    <a:pt x="524995" y="255716"/>
                  </a:moveTo>
                  <a:lnTo>
                    <a:pt x="524293" y="256999"/>
                  </a:lnTo>
                  <a:lnTo>
                    <a:pt x="524242" y="257354"/>
                  </a:lnTo>
                  <a:lnTo>
                    <a:pt x="524432" y="256999"/>
                  </a:lnTo>
                  <a:lnTo>
                    <a:pt x="524992" y="255716"/>
                  </a:lnTo>
                  <a:close/>
                </a:path>
                <a:path extrusionOk="0" h="730885" w="991234">
                  <a:moveTo>
                    <a:pt x="673417" y="103414"/>
                  </a:moveTo>
                  <a:lnTo>
                    <a:pt x="670367" y="105273"/>
                  </a:lnTo>
                  <a:lnTo>
                    <a:pt x="670638" y="105273"/>
                  </a:lnTo>
                  <a:lnTo>
                    <a:pt x="673417" y="103414"/>
                  </a:lnTo>
                  <a:close/>
                </a:path>
                <a:path extrusionOk="0" h="730885" w="991234">
                  <a:moveTo>
                    <a:pt x="790952" y="45847"/>
                  </a:moveTo>
                  <a:lnTo>
                    <a:pt x="788801" y="46567"/>
                  </a:lnTo>
                  <a:lnTo>
                    <a:pt x="789083" y="46567"/>
                  </a:lnTo>
                  <a:lnTo>
                    <a:pt x="790952" y="45847"/>
                  </a:lnTo>
                  <a:close/>
                </a:path>
                <a:path extrusionOk="0" h="730885" w="991234">
                  <a:moveTo>
                    <a:pt x="877994" y="21222"/>
                  </a:moveTo>
                  <a:lnTo>
                    <a:pt x="876381" y="21517"/>
                  </a:lnTo>
                  <a:lnTo>
                    <a:pt x="876693" y="21517"/>
                  </a:lnTo>
                  <a:lnTo>
                    <a:pt x="877994" y="21222"/>
                  </a:lnTo>
                  <a:close/>
                </a:path>
                <a:path extrusionOk="0" h="730885" w="991234">
                  <a:moveTo>
                    <a:pt x="900574" y="17079"/>
                  </a:moveTo>
                  <a:lnTo>
                    <a:pt x="898984" y="17317"/>
                  </a:lnTo>
                  <a:lnTo>
                    <a:pt x="899281" y="17317"/>
                  </a:lnTo>
                  <a:lnTo>
                    <a:pt x="900574" y="17079"/>
                  </a:lnTo>
                  <a:close/>
                </a:path>
              </a:pathLst>
            </a:custGeom>
            <a:solidFill>
              <a:srgbClr val="4966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4" name="Google Shape;284;p33"/>
          <p:cNvSpPr txBox="1"/>
          <p:nvPr/>
        </p:nvSpPr>
        <p:spPr>
          <a:xfrm>
            <a:off x="327248" y="670260"/>
            <a:ext cx="7810971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Parity </a:t>
            </a:r>
            <a:r>
              <a:rPr b="0" i="0" lang="en-IN" sz="16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= |Pr(M(x) = 1|C = 1 ) - Pr(M(x) = 1| C= 0 )|</a:t>
            </a:r>
            <a:endParaRPr b="0" i="0" sz="16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3634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Regularized logistic loss on dataset</a:t>
            </a:r>
            <a:endParaRPr b="0" i="0" sz="16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grpSp>
        <p:nvGrpSpPr>
          <p:cNvPr id="285" name="Google Shape;285;p33"/>
          <p:cNvGrpSpPr/>
          <p:nvPr/>
        </p:nvGrpSpPr>
        <p:grpSpPr>
          <a:xfrm>
            <a:off x="920021" y="2815970"/>
            <a:ext cx="3423379" cy="761701"/>
            <a:chOff x="4105275" y="4676775"/>
            <a:chExt cx="3943350" cy="1374520"/>
          </a:xfrm>
        </p:grpSpPr>
        <p:pic>
          <p:nvPicPr>
            <p:cNvPr id="286" name="Google Shape;286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05275" y="4676775"/>
              <a:ext cx="3943350" cy="6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33"/>
            <p:cNvSpPr/>
            <p:nvPr/>
          </p:nvSpPr>
          <p:spPr>
            <a:xfrm>
              <a:off x="6562725" y="5195951"/>
              <a:ext cx="612140" cy="855344"/>
            </a:xfrm>
            <a:custGeom>
              <a:rect b="b" l="l" r="r" t="t"/>
              <a:pathLst>
                <a:path extrusionOk="0" h="855345" w="612140">
                  <a:moveTo>
                    <a:pt x="569001" y="779694"/>
                  </a:moveTo>
                  <a:lnTo>
                    <a:pt x="535940" y="782281"/>
                  </a:lnTo>
                  <a:lnTo>
                    <a:pt x="579881" y="855281"/>
                  </a:lnTo>
                  <a:lnTo>
                    <a:pt x="605367" y="792416"/>
                  </a:lnTo>
                  <a:lnTo>
                    <a:pt x="570229" y="792416"/>
                  </a:lnTo>
                  <a:lnTo>
                    <a:pt x="569001" y="779694"/>
                  </a:lnTo>
                  <a:close/>
                </a:path>
                <a:path extrusionOk="0" h="855345" w="612140">
                  <a:moveTo>
                    <a:pt x="578481" y="778952"/>
                  </a:moveTo>
                  <a:lnTo>
                    <a:pt x="569001" y="779694"/>
                  </a:lnTo>
                  <a:lnTo>
                    <a:pt x="570145" y="791540"/>
                  </a:lnTo>
                  <a:lnTo>
                    <a:pt x="570229" y="792416"/>
                  </a:lnTo>
                  <a:lnTo>
                    <a:pt x="579627" y="791540"/>
                  </a:lnTo>
                  <a:lnTo>
                    <a:pt x="578548" y="779694"/>
                  </a:lnTo>
                  <a:lnTo>
                    <a:pt x="578481" y="778952"/>
                  </a:lnTo>
                  <a:close/>
                </a:path>
                <a:path extrusionOk="0" h="855345" w="612140">
                  <a:moveTo>
                    <a:pt x="611885" y="776338"/>
                  </a:moveTo>
                  <a:lnTo>
                    <a:pt x="578481" y="778952"/>
                  </a:lnTo>
                  <a:lnTo>
                    <a:pt x="579627" y="791540"/>
                  </a:lnTo>
                  <a:lnTo>
                    <a:pt x="570229" y="792416"/>
                  </a:lnTo>
                  <a:lnTo>
                    <a:pt x="605367" y="792416"/>
                  </a:lnTo>
                  <a:lnTo>
                    <a:pt x="611885" y="776338"/>
                  </a:lnTo>
                  <a:close/>
                </a:path>
                <a:path extrusionOk="0" h="855345" w="612140">
                  <a:moveTo>
                    <a:pt x="9527" y="0"/>
                  </a:moveTo>
                  <a:lnTo>
                    <a:pt x="0" y="0"/>
                  </a:lnTo>
                  <a:lnTo>
                    <a:pt x="371" y="19685"/>
                  </a:lnTo>
                  <a:lnTo>
                    <a:pt x="380" y="20193"/>
                  </a:lnTo>
                  <a:lnTo>
                    <a:pt x="3809" y="60579"/>
                  </a:lnTo>
                  <a:lnTo>
                    <a:pt x="10032" y="100330"/>
                  </a:lnTo>
                  <a:lnTo>
                    <a:pt x="19303" y="139319"/>
                  </a:lnTo>
                  <a:lnTo>
                    <a:pt x="31242" y="177165"/>
                  </a:lnTo>
                  <a:lnTo>
                    <a:pt x="45593" y="213614"/>
                  </a:lnTo>
                  <a:lnTo>
                    <a:pt x="71120" y="265049"/>
                  </a:lnTo>
                  <a:lnTo>
                    <a:pt x="101092" y="311404"/>
                  </a:lnTo>
                  <a:lnTo>
                    <a:pt x="134747" y="351917"/>
                  </a:lnTo>
                  <a:lnTo>
                    <a:pt x="171323" y="385318"/>
                  </a:lnTo>
                  <a:lnTo>
                    <a:pt x="210184" y="410679"/>
                  </a:lnTo>
                  <a:lnTo>
                    <a:pt x="250825" y="426694"/>
                  </a:lnTo>
                  <a:lnTo>
                    <a:pt x="305463" y="433031"/>
                  </a:lnTo>
                  <a:lnTo>
                    <a:pt x="318605" y="434809"/>
                  </a:lnTo>
                  <a:lnTo>
                    <a:pt x="331579" y="437692"/>
                  </a:lnTo>
                  <a:lnTo>
                    <a:pt x="344457" y="441769"/>
                  </a:lnTo>
                  <a:lnTo>
                    <a:pt x="357589" y="446984"/>
                  </a:lnTo>
                  <a:lnTo>
                    <a:pt x="368064" y="452018"/>
                  </a:lnTo>
                  <a:lnTo>
                    <a:pt x="369950" y="452894"/>
                  </a:lnTo>
                  <a:lnTo>
                    <a:pt x="408172" y="477911"/>
                  </a:lnTo>
                  <a:lnTo>
                    <a:pt x="419701" y="487424"/>
                  </a:lnTo>
                  <a:lnTo>
                    <a:pt x="431808" y="498513"/>
                  </a:lnTo>
                  <a:lnTo>
                    <a:pt x="465200" y="535355"/>
                  </a:lnTo>
                  <a:lnTo>
                    <a:pt x="495449" y="578407"/>
                  </a:lnTo>
                  <a:lnTo>
                    <a:pt x="522484" y="627973"/>
                  </a:lnTo>
                  <a:lnTo>
                    <a:pt x="528610" y="641553"/>
                  </a:lnTo>
                  <a:lnTo>
                    <a:pt x="530401" y="645393"/>
                  </a:lnTo>
                  <a:lnTo>
                    <a:pt x="538339" y="664692"/>
                  </a:lnTo>
                  <a:lnTo>
                    <a:pt x="543260" y="678053"/>
                  </a:lnTo>
                  <a:lnTo>
                    <a:pt x="544487" y="681278"/>
                  </a:lnTo>
                  <a:lnTo>
                    <a:pt x="551089" y="700991"/>
                  </a:lnTo>
                  <a:lnTo>
                    <a:pt x="556092" y="718361"/>
                  </a:lnTo>
                  <a:lnTo>
                    <a:pt x="556169" y="718493"/>
                  </a:lnTo>
                  <a:lnTo>
                    <a:pt x="561322" y="738509"/>
                  </a:lnTo>
                  <a:lnTo>
                    <a:pt x="565231" y="756659"/>
                  </a:lnTo>
                  <a:lnTo>
                    <a:pt x="568636" y="775919"/>
                  </a:lnTo>
                  <a:lnTo>
                    <a:pt x="568712" y="776338"/>
                  </a:lnTo>
                  <a:lnTo>
                    <a:pt x="568781" y="776731"/>
                  </a:lnTo>
                  <a:lnTo>
                    <a:pt x="568946" y="778952"/>
                  </a:lnTo>
                  <a:lnTo>
                    <a:pt x="569001" y="779694"/>
                  </a:lnTo>
                  <a:lnTo>
                    <a:pt x="578481" y="778952"/>
                  </a:lnTo>
                  <a:lnTo>
                    <a:pt x="578278" y="776731"/>
                  </a:lnTo>
                  <a:lnTo>
                    <a:pt x="578204" y="775919"/>
                  </a:lnTo>
                  <a:lnTo>
                    <a:pt x="578103" y="774814"/>
                  </a:lnTo>
                  <a:lnTo>
                    <a:pt x="570356" y="735317"/>
                  </a:lnTo>
                  <a:lnTo>
                    <a:pt x="559816" y="696785"/>
                  </a:lnTo>
                  <a:lnTo>
                    <a:pt x="546607" y="659612"/>
                  </a:lnTo>
                  <a:lnTo>
                    <a:pt x="531114" y="623925"/>
                  </a:lnTo>
                  <a:lnTo>
                    <a:pt x="504063" y="574078"/>
                  </a:lnTo>
                  <a:lnTo>
                    <a:pt x="472694" y="529526"/>
                  </a:lnTo>
                  <a:lnTo>
                    <a:pt x="438150" y="491324"/>
                  </a:lnTo>
                  <a:lnTo>
                    <a:pt x="400684" y="460463"/>
                  </a:lnTo>
                  <a:lnTo>
                    <a:pt x="361060" y="438099"/>
                  </a:lnTo>
                  <a:lnTo>
                    <a:pt x="320167" y="425386"/>
                  </a:lnTo>
                  <a:lnTo>
                    <a:pt x="279791" y="422224"/>
                  </a:lnTo>
                  <a:lnTo>
                    <a:pt x="279400" y="422224"/>
                  </a:lnTo>
                  <a:lnTo>
                    <a:pt x="266624" y="420484"/>
                  </a:lnTo>
                  <a:lnTo>
                    <a:pt x="266446" y="420484"/>
                  </a:lnTo>
                  <a:lnTo>
                    <a:pt x="253499" y="417525"/>
                  </a:lnTo>
                  <a:lnTo>
                    <a:pt x="214502" y="402170"/>
                  </a:lnTo>
                  <a:lnTo>
                    <a:pt x="177913" y="378464"/>
                  </a:lnTo>
                  <a:lnTo>
                    <a:pt x="165180" y="367957"/>
                  </a:lnTo>
                  <a:lnTo>
                    <a:pt x="165004" y="367957"/>
                  </a:lnTo>
                  <a:lnTo>
                    <a:pt x="130301" y="332867"/>
                  </a:lnTo>
                  <a:lnTo>
                    <a:pt x="98551" y="291211"/>
                  </a:lnTo>
                  <a:lnTo>
                    <a:pt x="61975" y="226949"/>
                  </a:lnTo>
                  <a:lnTo>
                    <a:pt x="40549" y="174987"/>
                  </a:lnTo>
                  <a:lnTo>
                    <a:pt x="34115" y="155676"/>
                  </a:lnTo>
                  <a:lnTo>
                    <a:pt x="33967" y="155468"/>
                  </a:lnTo>
                  <a:lnTo>
                    <a:pt x="28526" y="136920"/>
                  </a:lnTo>
                  <a:lnTo>
                    <a:pt x="28506" y="136637"/>
                  </a:lnTo>
                  <a:lnTo>
                    <a:pt x="23686" y="117840"/>
                  </a:lnTo>
                  <a:lnTo>
                    <a:pt x="15875" y="78867"/>
                  </a:lnTo>
                  <a:lnTo>
                    <a:pt x="11266" y="40386"/>
                  </a:lnTo>
                  <a:lnTo>
                    <a:pt x="9905" y="19685"/>
                  </a:lnTo>
                  <a:lnTo>
                    <a:pt x="9527" y="0"/>
                  </a:lnTo>
                  <a:close/>
                </a:path>
                <a:path extrusionOk="0" h="855345" w="612140">
                  <a:moveTo>
                    <a:pt x="163627" y="366675"/>
                  </a:moveTo>
                  <a:lnTo>
                    <a:pt x="165004" y="367957"/>
                  </a:lnTo>
                  <a:lnTo>
                    <a:pt x="165180" y="367957"/>
                  </a:lnTo>
                  <a:lnTo>
                    <a:pt x="163627" y="366675"/>
                  </a:lnTo>
                  <a:close/>
                </a:path>
              </a:pathLst>
            </a:custGeom>
            <a:solidFill>
              <a:srgbClr val="4966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" name="Google Shape;288;p33"/>
          <p:cNvSpPr txBox="1"/>
          <p:nvPr/>
        </p:nvSpPr>
        <p:spPr>
          <a:xfrm>
            <a:off x="2863000" y="2509560"/>
            <a:ext cx="5120640" cy="185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15845" marR="0" rtl="0" algn="l">
              <a:lnSpc>
                <a:spcPct val="133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IN" sz="16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Measures how correlated</a:t>
            </a:r>
            <a:endParaRPr b="0" i="0" sz="16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2315845" marR="5080" rtl="0" algn="l">
              <a:lnSpc>
                <a:spcPct val="13625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IN" sz="16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are the prediction probabilities to the Protected attribute.</a:t>
            </a:r>
            <a:endParaRPr b="0" i="0" sz="16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7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494029" lvl="0" marL="506094" marR="3060065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IN" sz="16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Protected attribute for data point i</a:t>
            </a:r>
            <a:endParaRPr b="0" i="0" sz="16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89" name="Google Shape;289;p33"/>
          <p:cNvSpPr txBox="1"/>
          <p:nvPr/>
        </p:nvSpPr>
        <p:spPr>
          <a:xfrm>
            <a:off x="2057400" y="4519622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7E7E7E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https://dl.acm.org/doi/fullHtml/10.1145/3308560.3317584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Fair Multi Armed Bandits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96" name="Google Shape;29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1190619"/>
            <a:ext cx="7988968" cy="3285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</a:rPr>
              <a:t>Fair Multi Armed Bandits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03" name="Google Shape;303;p35"/>
          <p:cNvSpPr txBox="1"/>
          <p:nvPr/>
        </p:nvSpPr>
        <p:spPr>
          <a:xfrm>
            <a:off x="49991" y="1163621"/>
            <a:ext cx="82899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IN" sz="13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Notion of Fairness:</a:t>
            </a:r>
            <a:endParaRPr b="0" i="0" sz="13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334010" marR="323850" rtl="0" algn="ctr">
              <a:lnSpc>
                <a:spcPct val="161538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IN" sz="13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partner-a is </a:t>
            </a:r>
            <a:r>
              <a:rPr b="1" i="0" lang="en-IN" sz="13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truly </a:t>
            </a:r>
            <a:r>
              <a:rPr b="0" i="0" lang="en-IN" sz="13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better than partner b, then</a:t>
            </a:r>
            <a:endParaRPr b="0" i="0" sz="13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065" marR="5080" rtl="0" algn="ctr">
              <a:lnSpc>
                <a:spcPct val="167692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IN" sz="1300" u="none" cap="none" strike="noStrike">
                <a:solidFill>
                  <a:srgbClr val="0D56C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Probability that algorithm assigns partner a &gt;= Probability that algorithm assigns partner b</a:t>
            </a:r>
            <a:endParaRPr b="0" i="0" sz="13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553659" y="3767000"/>
            <a:ext cx="9649120" cy="21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IN" sz="13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simple strategy</a:t>
            </a:r>
            <a:r>
              <a:rPr b="0" i="0" lang="en-IN" sz="13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: Pick current best arm with (0.9) probability and uniformly at random with 0.1 prob.</a:t>
            </a:r>
            <a:endParaRPr b="0" i="0" sz="13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11" name="Google Shape;3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738" y="794696"/>
            <a:ext cx="2584283" cy="125328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6"/>
          <p:cNvSpPr txBox="1"/>
          <p:nvPr/>
        </p:nvSpPr>
        <p:spPr>
          <a:xfrm>
            <a:off x="594063" y="2314298"/>
            <a:ext cx="363285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0.5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1202150" y="2291242"/>
            <a:ext cx="516538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0.35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1944809" y="2281927"/>
            <a:ext cx="363285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0.6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15" name="Google Shape;315;p36"/>
          <p:cNvSpPr txBox="1"/>
          <p:nvPr/>
        </p:nvSpPr>
        <p:spPr>
          <a:xfrm>
            <a:off x="2463322" y="2314300"/>
            <a:ext cx="968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0.38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grpSp>
        <p:nvGrpSpPr>
          <p:cNvPr id="316" name="Google Shape;316;p36"/>
          <p:cNvGrpSpPr/>
          <p:nvPr/>
        </p:nvGrpSpPr>
        <p:grpSpPr>
          <a:xfrm>
            <a:off x="4772305" y="1731200"/>
            <a:ext cx="256369" cy="698932"/>
            <a:chOff x="6329426" y="1747901"/>
            <a:chExt cx="400050" cy="1525905"/>
          </a:xfrm>
        </p:grpSpPr>
        <p:sp>
          <p:nvSpPr>
            <p:cNvPr id="317" name="Google Shape;317;p36"/>
            <p:cNvSpPr/>
            <p:nvPr/>
          </p:nvSpPr>
          <p:spPr>
            <a:xfrm>
              <a:off x="6510401" y="1747901"/>
              <a:ext cx="0" cy="1525905"/>
            </a:xfrm>
            <a:custGeom>
              <a:rect b="b" l="l" r="r" t="t"/>
              <a:pathLst>
                <a:path extrusionOk="0" h="1525904" w="120000">
                  <a:moveTo>
                    <a:pt x="0" y="0"/>
                  </a:moveTo>
                  <a:lnTo>
                    <a:pt x="0" y="1525651"/>
                  </a:lnTo>
                </a:path>
              </a:pathLst>
            </a:custGeom>
            <a:noFill/>
            <a:ln cap="flat" cmpd="sng" w="9525">
              <a:solidFill>
                <a:srgbClr val="4966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6"/>
            <p:cNvSpPr/>
            <p:nvPr/>
          </p:nvSpPr>
          <p:spPr>
            <a:xfrm>
              <a:off x="6329426" y="2347976"/>
              <a:ext cx="400050" cy="419100"/>
            </a:xfrm>
            <a:custGeom>
              <a:rect b="b" l="l" r="r" t="t"/>
              <a:pathLst>
                <a:path extrusionOk="0" h="419100" w="400050">
                  <a:moveTo>
                    <a:pt x="200025" y="0"/>
                  </a:moveTo>
                  <a:lnTo>
                    <a:pt x="154155" y="5529"/>
                  </a:lnTo>
                  <a:lnTo>
                    <a:pt x="112050" y="21282"/>
                  </a:lnTo>
                  <a:lnTo>
                    <a:pt x="74911" y="46006"/>
                  </a:lnTo>
                  <a:lnTo>
                    <a:pt x="43937" y="78448"/>
                  </a:lnTo>
                  <a:lnTo>
                    <a:pt x="20327" y="117354"/>
                  </a:lnTo>
                  <a:lnTo>
                    <a:pt x="5281" y="161472"/>
                  </a:lnTo>
                  <a:lnTo>
                    <a:pt x="0" y="209550"/>
                  </a:lnTo>
                  <a:lnTo>
                    <a:pt x="5281" y="257587"/>
                  </a:lnTo>
                  <a:lnTo>
                    <a:pt x="20327" y="301689"/>
                  </a:lnTo>
                  <a:lnTo>
                    <a:pt x="43937" y="340598"/>
                  </a:lnTo>
                  <a:lnTo>
                    <a:pt x="74911" y="373053"/>
                  </a:lnTo>
                  <a:lnTo>
                    <a:pt x="112050" y="397795"/>
                  </a:lnTo>
                  <a:lnTo>
                    <a:pt x="154155" y="413563"/>
                  </a:lnTo>
                  <a:lnTo>
                    <a:pt x="200025" y="419100"/>
                  </a:lnTo>
                  <a:lnTo>
                    <a:pt x="245854" y="413563"/>
                  </a:lnTo>
                  <a:lnTo>
                    <a:pt x="287943" y="397795"/>
                  </a:lnTo>
                  <a:lnTo>
                    <a:pt x="325085" y="373053"/>
                  </a:lnTo>
                  <a:lnTo>
                    <a:pt x="356072" y="340598"/>
                  </a:lnTo>
                  <a:lnTo>
                    <a:pt x="379700" y="301689"/>
                  </a:lnTo>
                  <a:lnTo>
                    <a:pt x="394761" y="257587"/>
                  </a:lnTo>
                  <a:lnTo>
                    <a:pt x="400050" y="209550"/>
                  </a:lnTo>
                  <a:lnTo>
                    <a:pt x="394761" y="161472"/>
                  </a:lnTo>
                  <a:lnTo>
                    <a:pt x="379700" y="117354"/>
                  </a:lnTo>
                  <a:lnTo>
                    <a:pt x="356072" y="78448"/>
                  </a:lnTo>
                  <a:lnTo>
                    <a:pt x="325085" y="46006"/>
                  </a:lnTo>
                  <a:lnTo>
                    <a:pt x="287943" y="21282"/>
                  </a:lnTo>
                  <a:lnTo>
                    <a:pt x="245854" y="5529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4966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6"/>
            <p:cNvSpPr/>
            <p:nvPr/>
          </p:nvSpPr>
          <p:spPr>
            <a:xfrm>
              <a:off x="6329426" y="2347976"/>
              <a:ext cx="400050" cy="419100"/>
            </a:xfrm>
            <a:custGeom>
              <a:rect b="b" l="l" r="r" t="t"/>
              <a:pathLst>
                <a:path extrusionOk="0" h="419100" w="400050">
                  <a:moveTo>
                    <a:pt x="0" y="209550"/>
                  </a:moveTo>
                  <a:lnTo>
                    <a:pt x="5281" y="161472"/>
                  </a:lnTo>
                  <a:lnTo>
                    <a:pt x="20327" y="117354"/>
                  </a:lnTo>
                  <a:lnTo>
                    <a:pt x="43937" y="78448"/>
                  </a:lnTo>
                  <a:lnTo>
                    <a:pt x="74911" y="46006"/>
                  </a:lnTo>
                  <a:lnTo>
                    <a:pt x="112050" y="21282"/>
                  </a:lnTo>
                  <a:lnTo>
                    <a:pt x="154155" y="5529"/>
                  </a:lnTo>
                  <a:lnTo>
                    <a:pt x="200025" y="0"/>
                  </a:lnTo>
                  <a:lnTo>
                    <a:pt x="245854" y="5529"/>
                  </a:lnTo>
                  <a:lnTo>
                    <a:pt x="287943" y="21282"/>
                  </a:lnTo>
                  <a:lnTo>
                    <a:pt x="325085" y="46006"/>
                  </a:lnTo>
                  <a:lnTo>
                    <a:pt x="356072" y="78448"/>
                  </a:lnTo>
                  <a:lnTo>
                    <a:pt x="379700" y="117354"/>
                  </a:lnTo>
                  <a:lnTo>
                    <a:pt x="394761" y="161472"/>
                  </a:lnTo>
                  <a:lnTo>
                    <a:pt x="400050" y="209550"/>
                  </a:lnTo>
                  <a:lnTo>
                    <a:pt x="394761" y="257587"/>
                  </a:lnTo>
                  <a:lnTo>
                    <a:pt x="379700" y="301689"/>
                  </a:lnTo>
                  <a:lnTo>
                    <a:pt x="356072" y="340598"/>
                  </a:lnTo>
                  <a:lnTo>
                    <a:pt x="325085" y="373053"/>
                  </a:lnTo>
                  <a:lnTo>
                    <a:pt x="287943" y="397795"/>
                  </a:lnTo>
                  <a:lnTo>
                    <a:pt x="245854" y="413563"/>
                  </a:lnTo>
                  <a:lnTo>
                    <a:pt x="200025" y="419100"/>
                  </a:lnTo>
                  <a:lnTo>
                    <a:pt x="154155" y="413563"/>
                  </a:lnTo>
                  <a:lnTo>
                    <a:pt x="112050" y="397795"/>
                  </a:lnTo>
                  <a:lnTo>
                    <a:pt x="74911" y="373053"/>
                  </a:lnTo>
                  <a:lnTo>
                    <a:pt x="43937" y="340598"/>
                  </a:lnTo>
                  <a:lnTo>
                    <a:pt x="20327" y="301689"/>
                  </a:lnTo>
                  <a:lnTo>
                    <a:pt x="5281" y="257587"/>
                  </a:lnTo>
                  <a:lnTo>
                    <a:pt x="0" y="209550"/>
                  </a:lnTo>
                  <a:close/>
                </a:path>
              </a:pathLst>
            </a:custGeom>
            <a:noFill/>
            <a:ln cap="flat" cmpd="sng" w="12700">
              <a:solidFill>
                <a:srgbClr val="3649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36"/>
          <p:cNvGrpSpPr/>
          <p:nvPr/>
        </p:nvGrpSpPr>
        <p:grpSpPr>
          <a:xfrm>
            <a:off x="4572000" y="794696"/>
            <a:ext cx="1968913" cy="3066880"/>
            <a:chOff x="5872226" y="223901"/>
            <a:chExt cx="4680585" cy="5614670"/>
          </a:xfrm>
        </p:grpSpPr>
        <p:sp>
          <p:nvSpPr>
            <p:cNvPr id="321" name="Google Shape;321;p36"/>
            <p:cNvSpPr/>
            <p:nvPr/>
          </p:nvSpPr>
          <p:spPr>
            <a:xfrm>
              <a:off x="5872226" y="223901"/>
              <a:ext cx="4480561" cy="5614670"/>
            </a:xfrm>
            <a:custGeom>
              <a:rect b="b" l="l" r="r" t="t"/>
              <a:pathLst>
                <a:path extrusionOk="0" h="5614670" w="4480559">
                  <a:moveTo>
                    <a:pt x="0" y="4914900"/>
                  </a:moveTo>
                  <a:lnTo>
                    <a:pt x="4480559" y="4914900"/>
                  </a:lnTo>
                </a:path>
                <a:path extrusionOk="0" h="5614670" w="4480559">
                  <a:moveTo>
                    <a:pt x="238125" y="0"/>
                  </a:moveTo>
                  <a:lnTo>
                    <a:pt x="258952" y="5614352"/>
                  </a:lnTo>
                </a:path>
                <a:path extrusionOk="0" h="5614670" w="4480559">
                  <a:moveTo>
                    <a:pt x="2057400" y="3933825"/>
                  </a:moveTo>
                  <a:lnTo>
                    <a:pt x="2057400" y="4916678"/>
                  </a:lnTo>
                </a:path>
              </a:pathLst>
            </a:custGeom>
            <a:noFill/>
            <a:ln cap="flat" cmpd="sng" w="9525">
              <a:solidFill>
                <a:srgbClr val="4966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7729601" y="4414900"/>
              <a:ext cx="409575" cy="428625"/>
            </a:xfrm>
            <a:custGeom>
              <a:rect b="b" l="l" r="r" t="t"/>
              <a:pathLst>
                <a:path extrusionOk="0" h="428625" w="409575">
                  <a:moveTo>
                    <a:pt x="204724" y="0"/>
                  </a:moveTo>
                  <a:lnTo>
                    <a:pt x="157753" y="5656"/>
                  </a:lnTo>
                  <a:lnTo>
                    <a:pt x="114651" y="21769"/>
                  </a:lnTo>
                  <a:lnTo>
                    <a:pt x="76641" y="47056"/>
                  </a:lnTo>
                  <a:lnTo>
                    <a:pt x="44946" y="80231"/>
                  </a:lnTo>
                  <a:lnTo>
                    <a:pt x="20792" y="120011"/>
                  </a:lnTo>
                  <a:lnTo>
                    <a:pt x="5402" y="165111"/>
                  </a:lnTo>
                  <a:lnTo>
                    <a:pt x="0" y="214249"/>
                  </a:lnTo>
                  <a:lnTo>
                    <a:pt x="5402" y="263393"/>
                  </a:lnTo>
                  <a:lnTo>
                    <a:pt x="20792" y="308511"/>
                  </a:lnTo>
                  <a:lnTo>
                    <a:pt x="44946" y="348316"/>
                  </a:lnTo>
                  <a:lnTo>
                    <a:pt x="76641" y="381518"/>
                  </a:lnTo>
                  <a:lnTo>
                    <a:pt x="114651" y="406829"/>
                  </a:lnTo>
                  <a:lnTo>
                    <a:pt x="157753" y="422961"/>
                  </a:lnTo>
                  <a:lnTo>
                    <a:pt x="204724" y="428625"/>
                  </a:lnTo>
                  <a:lnTo>
                    <a:pt x="251701" y="422961"/>
                  </a:lnTo>
                  <a:lnTo>
                    <a:pt x="294821" y="406829"/>
                  </a:lnTo>
                  <a:lnTo>
                    <a:pt x="332856" y="381518"/>
                  </a:lnTo>
                  <a:lnTo>
                    <a:pt x="364578" y="348316"/>
                  </a:lnTo>
                  <a:lnTo>
                    <a:pt x="388757" y="308511"/>
                  </a:lnTo>
                  <a:lnTo>
                    <a:pt x="404165" y="263393"/>
                  </a:lnTo>
                  <a:lnTo>
                    <a:pt x="409575" y="214249"/>
                  </a:lnTo>
                  <a:lnTo>
                    <a:pt x="404165" y="165111"/>
                  </a:lnTo>
                  <a:lnTo>
                    <a:pt x="388757" y="120011"/>
                  </a:lnTo>
                  <a:lnTo>
                    <a:pt x="364578" y="80231"/>
                  </a:lnTo>
                  <a:lnTo>
                    <a:pt x="332856" y="47056"/>
                  </a:lnTo>
                  <a:lnTo>
                    <a:pt x="294821" y="21769"/>
                  </a:lnTo>
                  <a:lnTo>
                    <a:pt x="251701" y="5656"/>
                  </a:lnTo>
                  <a:lnTo>
                    <a:pt x="204724" y="0"/>
                  </a:lnTo>
                  <a:close/>
                </a:path>
              </a:pathLst>
            </a:custGeom>
            <a:solidFill>
              <a:srgbClr val="4966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6"/>
            <p:cNvSpPr/>
            <p:nvPr/>
          </p:nvSpPr>
          <p:spPr>
            <a:xfrm>
              <a:off x="7729601" y="4414900"/>
              <a:ext cx="409575" cy="428625"/>
            </a:xfrm>
            <a:custGeom>
              <a:rect b="b" l="l" r="r" t="t"/>
              <a:pathLst>
                <a:path extrusionOk="0" h="428625" w="409575">
                  <a:moveTo>
                    <a:pt x="0" y="214249"/>
                  </a:moveTo>
                  <a:lnTo>
                    <a:pt x="5402" y="165111"/>
                  </a:lnTo>
                  <a:lnTo>
                    <a:pt x="20792" y="120011"/>
                  </a:lnTo>
                  <a:lnTo>
                    <a:pt x="44946" y="80231"/>
                  </a:lnTo>
                  <a:lnTo>
                    <a:pt x="76641" y="47056"/>
                  </a:lnTo>
                  <a:lnTo>
                    <a:pt x="114651" y="21769"/>
                  </a:lnTo>
                  <a:lnTo>
                    <a:pt x="157753" y="5656"/>
                  </a:lnTo>
                  <a:lnTo>
                    <a:pt x="204724" y="0"/>
                  </a:lnTo>
                  <a:lnTo>
                    <a:pt x="251701" y="5656"/>
                  </a:lnTo>
                  <a:lnTo>
                    <a:pt x="294821" y="21769"/>
                  </a:lnTo>
                  <a:lnTo>
                    <a:pt x="332856" y="47056"/>
                  </a:lnTo>
                  <a:lnTo>
                    <a:pt x="364578" y="80231"/>
                  </a:lnTo>
                  <a:lnTo>
                    <a:pt x="388757" y="120011"/>
                  </a:lnTo>
                  <a:lnTo>
                    <a:pt x="404165" y="165111"/>
                  </a:lnTo>
                  <a:lnTo>
                    <a:pt x="409575" y="214249"/>
                  </a:lnTo>
                  <a:lnTo>
                    <a:pt x="404165" y="263393"/>
                  </a:lnTo>
                  <a:lnTo>
                    <a:pt x="388757" y="308511"/>
                  </a:lnTo>
                  <a:lnTo>
                    <a:pt x="364578" y="348316"/>
                  </a:lnTo>
                  <a:lnTo>
                    <a:pt x="332856" y="381518"/>
                  </a:lnTo>
                  <a:lnTo>
                    <a:pt x="294821" y="406829"/>
                  </a:lnTo>
                  <a:lnTo>
                    <a:pt x="251701" y="422961"/>
                  </a:lnTo>
                  <a:lnTo>
                    <a:pt x="204724" y="428625"/>
                  </a:lnTo>
                  <a:lnTo>
                    <a:pt x="157753" y="422961"/>
                  </a:lnTo>
                  <a:lnTo>
                    <a:pt x="114651" y="406829"/>
                  </a:lnTo>
                  <a:lnTo>
                    <a:pt x="76641" y="381518"/>
                  </a:lnTo>
                  <a:lnTo>
                    <a:pt x="44946" y="348316"/>
                  </a:lnTo>
                  <a:lnTo>
                    <a:pt x="20792" y="308511"/>
                  </a:lnTo>
                  <a:lnTo>
                    <a:pt x="5402" y="263393"/>
                  </a:lnTo>
                  <a:lnTo>
                    <a:pt x="0" y="214249"/>
                  </a:lnTo>
                  <a:close/>
                </a:path>
              </a:pathLst>
            </a:custGeom>
            <a:noFill/>
            <a:ln cap="flat" cmpd="sng" w="12700">
              <a:solidFill>
                <a:srgbClr val="3649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6"/>
            <p:cNvSpPr/>
            <p:nvPr/>
          </p:nvSpPr>
          <p:spPr>
            <a:xfrm>
              <a:off x="8920226" y="1366900"/>
              <a:ext cx="0" cy="1143000"/>
            </a:xfrm>
            <a:custGeom>
              <a:rect b="b" l="l" r="r" t="t"/>
              <a:pathLst>
                <a:path extrusionOk="0" h="1143000" w="120000">
                  <a:moveTo>
                    <a:pt x="0" y="0"/>
                  </a:moveTo>
                  <a:lnTo>
                    <a:pt x="0" y="1142619"/>
                  </a:lnTo>
                </a:path>
              </a:pathLst>
            </a:custGeom>
            <a:noFill/>
            <a:ln cap="flat" cmpd="sng" w="9525">
              <a:solidFill>
                <a:srgbClr val="4966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6"/>
            <p:cNvSpPr/>
            <p:nvPr/>
          </p:nvSpPr>
          <p:spPr>
            <a:xfrm>
              <a:off x="8691626" y="1662175"/>
              <a:ext cx="409575" cy="419100"/>
            </a:xfrm>
            <a:custGeom>
              <a:rect b="b" l="l" r="r" t="t"/>
              <a:pathLst>
                <a:path extrusionOk="0" h="419100" w="409575">
                  <a:moveTo>
                    <a:pt x="204724" y="0"/>
                  </a:moveTo>
                  <a:lnTo>
                    <a:pt x="157753" y="5529"/>
                  </a:lnTo>
                  <a:lnTo>
                    <a:pt x="114651" y="21282"/>
                  </a:lnTo>
                  <a:lnTo>
                    <a:pt x="76641" y="46006"/>
                  </a:lnTo>
                  <a:lnTo>
                    <a:pt x="44946" y="78448"/>
                  </a:lnTo>
                  <a:lnTo>
                    <a:pt x="20792" y="117354"/>
                  </a:lnTo>
                  <a:lnTo>
                    <a:pt x="5402" y="161472"/>
                  </a:lnTo>
                  <a:lnTo>
                    <a:pt x="0" y="209550"/>
                  </a:lnTo>
                  <a:lnTo>
                    <a:pt x="5402" y="257587"/>
                  </a:lnTo>
                  <a:lnTo>
                    <a:pt x="20792" y="301689"/>
                  </a:lnTo>
                  <a:lnTo>
                    <a:pt x="44946" y="340598"/>
                  </a:lnTo>
                  <a:lnTo>
                    <a:pt x="76641" y="373053"/>
                  </a:lnTo>
                  <a:lnTo>
                    <a:pt x="114651" y="397795"/>
                  </a:lnTo>
                  <a:lnTo>
                    <a:pt x="157753" y="413563"/>
                  </a:lnTo>
                  <a:lnTo>
                    <a:pt x="204724" y="419100"/>
                  </a:lnTo>
                  <a:lnTo>
                    <a:pt x="251701" y="413563"/>
                  </a:lnTo>
                  <a:lnTo>
                    <a:pt x="294821" y="397795"/>
                  </a:lnTo>
                  <a:lnTo>
                    <a:pt x="332856" y="373053"/>
                  </a:lnTo>
                  <a:lnTo>
                    <a:pt x="364578" y="340598"/>
                  </a:lnTo>
                  <a:lnTo>
                    <a:pt x="388757" y="301689"/>
                  </a:lnTo>
                  <a:lnTo>
                    <a:pt x="404165" y="257587"/>
                  </a:lnTo>
                  <a:lnTo>
                    <a:pt x="409575" y="209550"/>
                  </a:lnTo>
                  <a:lnTo>
                    <a:pt x="404165" y="161472"/>
                  </a:lnTo>
                  <a:lnTo>
                    <a:pt x="388757" y="117354"/>
                  </a:lnTo>
                  <a:lnTo>
                    <a:pt x="364578" y="78448"/>
                  </a:lnTo>
                  <a:lnTo>
                    <a:pt x="332856" y="46006"/>
                  </a:lnTo>
                  <a:lnTo>
                    <a:pt x="294821" y="21282"/>
                  </a:lnTo>
                  <a:lnTo>
                    <a:pt x="251701" y="5529"/>
                  </a:lnTo>
                  <a:lnTo>
                    <a:pt x="204724" y="0"/>
                  </a:lnTo>
                  <a:close/>
                </a:path>
              </a:pathLst>
            </a:custGeom>
            <a:solidFill>
              <a:srgbClr val="4966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6"/>
            <p:cNvSpPr/>
            <p:nvPr/>
          </p:nvSpPr>
          <p:spPr>
            <a:xfrm>
              <a:off x="8691626" y="1662175"/>
              <a:ext cx="409575" cy="419100"/>
            </a:xfrm>
            <a:custGeom>
              <a:rect b="b" l="l" r="r" t="t"/>
              <a:pathLst>
                <a:path extrusionOk="0" h="419100" w="409575">
                  <a:moveTo>
                    <a:pt x="0" y="209550"/>
                  </a:moveTo>
                  <a:lnTo>
                    <a:pt x="5402" y="161472"/>
                  </a:lnTo>
                  <a:lnTo>
                    <a:pt x="20792" y="117354"/>
                  </a:lnTo>
                  <a:lnTo>
                    <a:pt x="44946" y="78448"/>
                  </a:lnTo>
                  <a:lnTo>
                    <a:pt x="76641" y="46006"/>
                  </a:lnTo>
                  <a:lnTo>
                    <a:pt x="114651" y="21282"/>
                  </a:lnTo>
                  <a:lnTo>
                    <a:pt x="157753" y="5529"/>
                  </a:lnTo>
                  <a:lnTo>
                    <a:pt x="204724" y="0"/>
                  </a:lnTo>
                  <a:lnTo>
                    <a:pt x="251701" y="5529"/>
                  </a:lnTo>
                  <a:lnTo>
                    <a:pt x="294821" y="21282"/>
                  </a:lnTo>
                  <a:lnTo>
                    <a:pt x="332856" y="46006"/>
                  </a:lnTo>
                  <a:lnTo>
                    <a:pt x="364578" y="78448"/>
                  </a:lnTo>
                  <a:lnTo>
                    <a:pt x="388757" y="117354"/>
                  </a:lnTo>
                  <a:lnTo>
                    <a:pt x="404165" y="161472"/>
                  </a:lnTo>
                  <a:lnTo>
                    <a:pt x="409575" y="209550"/>
                  </a:lnTo>
                  <a:lnTo>
                    <a:pt x="404165" y="257587"/>
                  </a:lnTo>
                  <a:lnTo>
                    <a:pt x="388757" y="301689"/>
                  </a:lnTo>
                  <a:lnTo>
                    <a:pt x="364578" y="340598"/>
                  </a:lnTo>
                  <a:lnTo>
                    <a:pt x="332856" y="373053"/>
                  </a:lnTo>
                  <a:lnTo>
                    <a:pt x="294821" y="397795"/>
                  </a:lnTo>
                  <a:lnTo>
                    <a:pt x="251701" y="413563"/>
                  </a:lnTo>
                  <a:lnTo>
                    <a:pt x="204724" y="419100"/>
                  </a:lnTo>
                  <a:lnTo>
                    <a:pt x="157753" y="413563"/>
                  </a:lnTo>
                  <a:lnTo>
                    <a:pt x="114651" y="397795"/>
                  </a:lnTo>
                  <a:lnTo>
                    <a:pt x="76641" y="373053"/>
                  </a:lnTo>
                  <a:lnTo>
                    <a:pt x="44946" y="340598"/>
                  </a:lnTo>
                  <a:lnTo>
                    <a:pt x="20792" y="301689"/>
                  </a:lnTo>
                  <a:lnTo>
                    <a:pt x="5402" y="257587"/>
                  </a:lnTo>
                  <a:lnTo>
                    <a:pt x="0" y="209550"/>
                  </a:lnTo>
                  <a:close/>
                </a:path>
              </a:pathLst>
            </a:custGeom>
            <a:noFill/>
            <a:ln cap="flat" cmpd="sng" w="12700">
              <a:solidFill>
                <a:srgbClr val="3649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6"/>
            <p:cNvSpPr/>
            <p:nvPr/>
          </p:nvSpPr>
          <p:spPr>
            <a:xfrm>
              <a:off x="10177526" y="3586225"/>
              <a:ext cx="0" cy="826135"/>
            </a:xfrm>
            <a:custGeom>
              <a:rect b="b" l="l" r="r" t="t"/>
              <a:pathLst>
                <a:path extrusionOk="0" h="826135" w="120000">
                  <a:moveTo>
                    <a:pt x="0" y="0"/>
                  </a:moveTo>
                  <a:lnTo>
                    <a:pt x="0" y="826135"/>
                  </a:lnTo>
                </a:path>
              </a:pathLst>
            </a:custGeom>
            <a:noFill/>
            <a:ln cap="flat" cmpd="sng" w="9525">
              <a:solidFill>
                <a:srgbClr val="4966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6"/>
            <p:cNvSpPr/>
            <p:nvPr/>
          </p:nvSpPr>
          <p:spPr>
            <a:xfrm>
              <a:off x="9948926" y="3833875"/>
              <a:ext cx="409575" cy="419100"/>
            </a:xfrm>
            <a:custGeom>
              <a:rect b="b" l="l" r="r" t="t"/>
              <a:pathLst>
                <a:path extrusionOk="0" h="419100" w="409575">
                  <a:moveTo>
                    <a:pt x="204724" y="0"/>
                  </a:moveTo>
                  <a:lnTo>
                    <a:pt x="157753" y="5529"/>
                  </a:lnTo>
                  <a:lnTo>
                    <a:pt x="114651" y="21282"/>
                  </a:lnTo>
                  <a:lnTo>
                    <a:pt x="76641" y="46006"/>
                  </a:lnTo>
                  <a:lnTo>
                    <a:pt x="44946" y="78448"/>
                  </a:lnTo>
                  <a:lnTo>
                    <a:pt x="20792" y="117354"/>
                  </a:lnTo>
                  <a:lnTo>
                    <a:pt x="5402" y="161472"/>
                  </a:lnTo>
                  <a:lnTo>
                    <a:pt x="0" y="209550"/>
                  </a:lnTo>
                  <a:lnTo>
                    <a:pt x="5402" y="257587"/>
                  </a:lnTo>
                  <a:lnTo>
                    <a:pt x="20792" y="301689"/>
                  </a:lnTo>
                  <a:lnTo>
                    <a:pt x="44946" y="340598"/>
                  </a:lnTo>
                  <a:lnTo>
                    <a:pt x="76641" y="373053"/>
                  </a:lnTo>
                  <a:lnTo>
                    <a:pt x="114651" y="397795"/>
                  </a:lnTo>
                  <a:lnTo>
                    <a:pt x="157753" y="413563"/>
                  </a:lnTo>
                  <a:lnTo>
                    <a:pt x="204724" y="419100"/>
                  </a:lnTo>
                  <a:lnTo>
                    <a:pt x="251701" y="413563"/>
                  </a:lnTo>
                  <a:lnTo>
                    <a:pt x="294821" y="397795"/>
                  </a:lnTo>
                  <a:lnTo>
                    <a:pt x="332856" y="373053"/>
                  </a:lnTo>
                  <a:lnTo>
                    <a:pt x="364578" y="340598"/>
                  </a:lnTo>
                  <a:lnTo>
                    <a:pt x="388757" y="301689"/>
                  </a:lnTo>
                  <a:lnTo>
                    <a:pt x="404165" y="257587"/>
                  </a:lnTo>
                  <a:lnTo>
                    <a:pt x="409575" y="209550"/>
                  </a:lnTo>
                  <a:lnTo>
                    <a:pt x="404165" y="161472"/>
                  </a:lnTo>
                  <a:lnTo>
                    <a:pt x="388757" y="117354"/>
                  </a:lnTo>
                  <a:lnTo>
                    <a:pt x="364578" y="78448"/>
                  </a:lnTo>
                  <a:lnTo>
                    <a:pt x="332856" y="46006"/>
                  </a:lnTo>
                  <a:lnTo>
                    <a:pt x="294821" y="21282"/>
                  </a:lnTo>
                  <a:lnTo>
                    <a:pt x="251701" y="5529"/>
                  </a:lnTo>
                  <a:lnTo>
                    <a:pt x="204724" y="0"/>
                  </a:lnTo>
                  <a:close/>
                </a:path>
              </a:pathLst>
            </a:custGeom>
            <a:solidFill>
              <a:srgbClr val="4966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6"/>
            <p:cNvSpPr/>
            <p:nvPr/>
          </p:nvSpPr>
          <p:spPr>
            <a:xfrm>
              <a:off x="9948926" y="3833875"/>
              <a:ext cx="409575" cy="419100"/>
            </a:xfrm>
            <a:custGeom>
              <a:rect b="b" l="l" r="r" t="t"/>
              <a:pathLst>
                <a:path extrusionOk="0" h="419100" w="409575">
                  <a:moveTo>
                    <a:pt x="0" y="209550"/>
                  </a:moveTo>
                  <a:lnTo>
                    <a:pt x="5402" y="161472"/>
                  </a:lnTo>
                  <a:lnTo>
                    <a:pt x="20792" y="117354"/>
                  </a:lnTo>
                  <a:lnTo>
                    <a:pt x="44946" y="78448"/>
                  </a:lnTo>
                  <a:lnTo>
                    <a:pt x="76641" y="46006"/>
                  </a:lnTo>
                  <a:lnTo>
                    <a:pt x="114651" y="21282"/>
                  </a:lnTo>
                  <a:lnTo>
                    <a:pt x="157753" y="5529"/>
                  </a:lnTo>
                  <a:lnTo>
                    <a:pt x="204724" y="0"/>
                  </a:lnTo>
                  <a:lnTo>
                    <a:pt x="251701" y="5529"/>
                  </a:lnTo>
                  <a:lnTo>
                    <a:pt x="294821" y="21282"/>
                  </a:lnTo>
                  <a:lnTo>
                    <a:pt x="332856" y="46006"/>
                  </a:lnTo>
                  <a:lnTo>
                    <a:pt x="364578" y="78448"/>
                  </a:lnTo>
                  <a:lnTo>
                    <a:pt x="388757" y="117354"/>
                  </a:lnTo>
                  <a:lnTo>
                    <a:pt x="404165" y="161472"/>
                  </a:lnTo>
                  <a:lnTo>
                    <a:pt x="409575" y="209550"/>
                  </a:lnTo>
                  <a:lnTo>
                    <a:pt x="404165" y="257587"/>
                  </a:lnTo>
                  <a:lnTo>
                    <a:pt x="388757" y="301689"/>
                  </a:lnTo>
                  <a:lnTo>
                    <a:pt x="364578" y="340598"/>
                  </a:lnTo>
                  <a:lnTo>
                    <a:pt x="332856" y="373053"/>
                  </a:lnTo>
                  <a:lnTo>
                    <a:pt x="294821" y="397795"/>
                  </a:lnTo>
                  <a:lnTo>
                    <a:pt x="251701" y="413563"/>
                  </a:lnTo>
                  <a:lnTo>
                    <a:pt x="204724" y="419100"/>
                  </a:lnTo>
                  <a:lnTo>
                    <a:pt x="157753" y="413563"/>
                  </a:lnTo>
                  <a:lnTo>
                    <a:pt x="114651" y="397795"/>
                  </a:lnTo>
                  <a:lnTo>
                    <a:pt x="76641" y="373053"/>
                  </a:lnTo>
                  <a:lnTo>
                    <a:pt x="44946" y="340598"/>
                  </a:lnTo>
                  <a:lnTo>
                    <a:pt x="20792" y="301689"/>
                  </a:lnTo>
                  <a:lnTo>
                    <a:pt x="5402" y="257587"/>
                  </a:lnTo>
                  <a:lnTo>
                    <a:pt x="0" y="209550"/>
                  </a:lnTo>
                  <a:close/>
                </a:path>
              </a:pathLst>
            </a:custGeom>
            <a:noFill/>
            <a:ln cap="flat" cmpd="sng" w="12700">
              <a:solidFill>
                <a:srgbClr val="3649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6"/>
            <p:cNvSpPr/>
            <p:nvPr/>
          </p:nvSpPr>
          <p:spPr>
            <a:xfrm>
              <a:off x="6072251" y="3395725"/>
              <a:ext cx="4480560" cy="0"/>
            </a:xfrm>
            <a:custGeom>
              <a:rect b="b" l="l" r="r" t="t"/>
              <a:pathLst>
                <a:path extrusionOk="0" h="120000" w="4480559">
                  <a:moveTo>
                    <a:pt x="0" y="0"/>
                  </a:moveTo>
                  <a:lnTo>
                    <a:pt x="4480559" y="0"/>
                  </a:lnTo>
                </a:path>
              </a:pathLst>
            </a:custGeom>
            <a:noFill/>
            <a:ln cap="flat" cmpd="sng" w="9525">
              <a:solidFill>
                <a:srgbClr val="4966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36"/>
          <p:cNvSpPr txBox="1"/>
          <p:nvPr/>
        </p:nvSpPr>
        <p:spPr>
          <a:xfrm>
            <a:off x="4919860" y="3028233"/>
            <a:ext cx="371776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0.3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32" name="Google Shape;332;p36"/>
          <p:cNvSpPr txBox="1"/>
          <p:nvPr/>
        </p:nvSpPr>
        <p:spPr>
          <a:xfrm>
            <a:off x="5166403" y="1110812"/>
            <a:ext cx="907043" cy="1100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0.6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95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0.5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33" name="Google Shape;333;p36"/>
          <p:cNvSpPr txBox="1"/>
          <p:nvPr/>
        </p:nvSpPr>
        <p:spPr>
          <a:xfrm>
            <a:off x="6479209" y="2693244"/>
            <a:ext cx="300479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0.4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34" name="Google Shape;334;p36"/>
          <p:cNvSpPr txBox="1"/>
          <p:nvPr/>
        </p:nvSpPr>
        <p:spPr>
          <a:xfrm>
            <a:off x="251520" y="3965632"/>
            <a:ext cx="801920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D56C4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IDEA</a:t>
            </a:r>
            <a:r>
              <a:rPr b="0" i="0" lang="en-IN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: Sample uniformly from those whose confidence interval overlaps with the winner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41" name="Google Shape;341;p37"/>
          <p:cNvSpPr txBox="1"/>
          <p:nvPr/>
        </p:nvSpPr>
        <p:spPr>
          <a:xfrm>
            <a:off x="2524505" y="1918017"/>
            <a:ext cx="2350135" cy="1307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40640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Palatino Linotype"/>
              <a:buChar char="●"/>
            </a:pPr>
            <a:r>
              <a:rPr b="0" i="0" lang="en-IN" sz="275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Fair PCA</a:t>
            </a:r>
            <a:endParaRPr b="0" i="0" sz="275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406400" lvl="0" marL="41910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Char char="●"/>
            </a:pPr>
            <a:r>
              <a:rPr b="0" i="0" lang="en-IN" sz="275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Fair LogReg</a:t>
            </a:r>
            <a:endParaRPr b="0" i="0" sz="275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406400" lvl="0" marL="41910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Char char="●"/>
            </a:pPr>
            <a:r>
              <a:rPr b="0" i="0" lang="en-IN" sz="275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Fair MAB</a:t>
            </a:r>
            <a:endParaRPr b="0" i="0" sz="275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48" name="Google Shape;34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253" y="1517109"/>
            <a:ext cx="2660268" cy="2221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9" name="Google Shape;349;p38"/>
          <p:cNvGrpSpPr/>
          <p:nvPr/>
        </p:nvGrpSpPr>
        <p:grpSpPr>
          <a:xfrm>
            <a:off x="1668707" y="1690003"/>
            <a:ext cx="4241508" cy="669398"/>
            <a:chOff x="3533775" y="1190752"/>
            <a:chExt cx="7400925" cy="1476247"/>
          </a:xfrm>
        </p:grpSpPr>
        <p:sp>
          <p:nvSpPr>
            <p:cNvPr id="350" name="Google Shape;350;p38"/>
            <p:cNvSpPr/>
            <p:nvPr/>
          </p:nvSpPr>
          <p:spPr>
            <a:xfrm>
              <a:off x="6305550" y="1190752"/>
              <a:ext cx="4629150" cy="1228725"/>
            </a:xfrm>
            <a:custGeom>
              <a:rect b="b" l="l" r="r" t="t"/>
              <a:pathLst>
                <a:path extrusionOk="0" h="1228725" w="4629150">
                  <a:moveTo>
                    <a:pt x="0" y="1228598"/>
                  </a:moveTo>
                  <a:lnTo>
                    <a:pt x="32192" y="1175894"/>
                  </a:lnTo>
                  <a:lnTo>
                    <a:pt x="64374" y="1123313"/>
                  </a:lnTo>
                  <a:lnTo>
                    <a:pt x="96534" y="1070980"/>
                  </a:lnTo>
                  <a:lnTo>
                    <a:pt x="128661" y="1019018"/>
                  </a:lnTo>
                  <a:lnTo>
                    <a:pt x="160744" y="967551"/>
                  </a:lnTo>
                  <a:lnTo>
                    <a:pt x="192773" y="916702"/>
                  </a:lnTo>
                  <a:lnTo>
                    <a:pt x="224736" y="866594"/>
                  </a:lnTo>
                  <a:lnTo>
                    <a:pt x="256623" y="817352"/>
                  </a:lnTo>
                  <a:lnTo>
                    <a:pt x="288423" y="769100"/>
                  </a:lnTo>
                  <a:lnTo>
                    <a:pt x="320124" y="721960"/>
                  </a:lnTo>
                  <a:lnTo>
                    <a:pt x="351715" y="676057"/>
                  </a:lnTo>
                  <a:lnTo>
                    <a:pt x="383187" y="631513"/>
                  </a:lnTo>
                  <a:lnTo>
                    <a:pt x="414527" y="588454"/>
                  </a:lnTo>
                  <a:lnTo>
                    <a:pt x="445726" y="547002"/>
                  </a:lnTo>
                  <a:lnTo>
                    <a:pt x="476771" y="507281"/>
                  </a:lnTo>
                  <a:lnTo>
                    <a:pt x="507653" y="469415"/>
                  </a:lnTo>
                  <a:lnTo>
                    <a:pt x="538360" y="433527"/>
                  </a:lnTo>
                  <a:lnTo>
                    <a:pt x="568881" y="399741"/>
                  </a:lnTo>
                  <a:lnTo>
                    <a:pt x="599206" y="368181"/>
                  </a:lnTo>
                  <a:lnTo>
                    <a:pt x="629322" y="338970"/>
                  </a:lnTo>
                  <a:lnTo>
                    <a:pt x="659221" y="312232"/>
                  </a:lnTo>
                  <a:lnTo>
                    <a:pt x="688890" y="288090"/>
                  </a:lnTo>
                  <a:lnTo>
                    <a:pt x="747495" y="248092"/>
                  </a:lnTo>
                  <a:lnTo>
                    <a:pt x="805052" y="219963"/>
                  </a:lnTo>
                  <a:lnTo>
                    <a:pt x="863449" y="209423"/>
                  </a:lnTo>
                  <a:lnTo>
                    <a:pt x="890427" y="213182"/>
                  </a:lnTo>
                  <a:lnTo>
                    <a:pt x="940936" y="235990"/>
                  </a:lnTo>
                  <a:lnTo>
                    <a:pt x="988173" y="275499"/>
                  </a:lnTo>
                  <a:lnTo>
                    <a:pt x="1033726" y="327283"/>
                  </a:lnTo>
                  <a:lnTo>
                    <a:pt x="1079185" y="386914"/>
                  </a:lnTo>
                  <a:lnTo>
                    <a:pt x="1102375" y="418290"/>
                  </a:lnTo>
                  <a:lnTo>
                    <a:pt x="1126138" y="449968"/>
                  </a:lnTo>
                  <a:lnTo>
                    <a:pt x="1150671" y="481395"/>
                  </a:lnTo>
                  <a:lnTo>
                    <a:pt x="1176174" y="512018"/>
                  </a:lnTo>
                  <a:lnTo>
                    <a:pt x="1202845" y="541283"/>
                  </a:lnTo>
                  <a:lnTo>
                    <a:pt x="1230882" y="568637"/>
                  </a:lnTo>
                  <a:lnTo>
                    <a:pt x="1260484" y="593528"/>
                  </a:lnTo>
                  <a:lnTo>
                    <a:pt x="1291851" y="615401"/>
                  </a:lnTo>
                  <a:lnTo>
                    <a:pt x="1360669" y="647883"/>
                  </a:lnTo>
                  <a:lnTo>
                    <a:pt x="1398518" y="657385"/>
                  </a:lnTo>
                  <a:lnTo>
                    <a:pt x="1438925" y="661657"/>
                  </a:lnTo>
                  <a:lnTo>
                    <a:pt x="1482090" y="660146"/>
                  </a:lnTo>
                  <a:lnTo>
                    <a:pt x="1551207" y="647182"/>
                  </a:lnTo>
                  <a:lnTo>
                    <a:pt x="1588753" y="636291"/>
                  </a:lnTo>
                  <a:lnTo>
                    <a:pt x="1628109" y="622738"/>
                  </a:lnTo>
                  <a:lnTo>
                    <a:pt x="1669140" y="606728"/>
                  </a:lnTo>
                  <a:lnTo>
                    <a:pt x="1711708" y="588468"/>
                  </a:lnTo>
                  <a:lnTo>
                    <a:pt x="1755680" y="568165"/>
                  </a:lnTo>
                  <a:lnTo>
                    <a:pt x="1800917" y="546025"/>
                  </a:lnTo>
                  <a:lnTo>
                    <a:pt x="1847285" y="522256"/>
                  </a:lnTo>
                  <a:lnTo>
                    <a:pt x="1894648" y="497062"/>
                  </a:lnTo>
                  <a:lnTo>
                    <a:pt x="1942869" y="470652"/>
                  </a:lnTo>
                  <a:lnTo>
                    <a:pt x="1991813" y="443232"/>
                  </a:lnTo>
                  <a:lnTo>
                    <a:pt x="2041343" y="415008"/>
                  </a:lnTo>
                  <a:lnTo>
                    <a:pt x="2091324" y="386187"/>
                  </a:lnTo>
                  <a:lnTo>
                    <a:pt x="2141620" y="356976"/>
                  </a:lnTo>
                  <a:lnTo>
                    <a:pt x="2192094" y="327582"/>
                  </a:lnTo>
                  <a:lnTo>
                    <a:pt x="2242611" y="298210"/>
                  </a:lnTo>
                  <a:lnTo>
                    <a:pt x="2293036" y="269068"/>
                  </a:lnTo>
                  <a:lnTo>
                    <a:pt x="2343230" y="240362"/>
                  </a:lnTo>
                  <a:lnTo>
                    <a:pt x="2393060" y="212299"/>
                  </a:lnTo>
                  <a:lnTo>
                    <a:pt x="2442389" y="185086"/>
                  </a:lnTo>
                  <a:lnTo>
                    <a:pt x="2491081" y="158928"/>
                  </a:lnTo>
                  <a:lnTo>
                    <a:pt x="2539000" y="134034"/>
                  </a:lnTo>
                  <a:lnTo>
                    <a:pt x="2586010" y="110609"/>
                  </a:lnTo>
                  <a:lnTo>
                    <a:pt x="2631975" y="88859"/>
                  </a:lnTo>
                  <a:lnTo>
                    <a:pt x="2676759" y="68993"/>
                  </a:lnTo>
                  <a:lnTo>
                    <a:pt x="2720226" y="51216"/>
                  </a:lnTo>
                  <a:lnTo>
                    <a:pt x="2762241" y="35735"/>
                  </a:lnTo>
                  <a:lnTo>
                    <a:pt x="2802667" y="22756"/>
                  </a:lnTo>
                  <a:lnTo>
                    <a:pt x="2841368" y="12487"/>
                  </a:lnTo>
                  <a:lnTo>
                    <a:pt x="2913053" y="902"/>
                  </a:lnTo>
                  <a:lnTo>
                    <a:pt x="2945765" y="0"/>
                  </a:lnTo>
                  <a:lnTo>
                    <a:pt x="2989712" y="4482"/>
                  </a:lnTo>
                  <a:lnTo>
                    <a:pt x="3030954" y="15182"/>
                  </a:lnTo>
                  <a:lnTo>
                    <a:pt x="3069658" y="31556"/>
                  </a:lnTo>
                  <a:lnTo>
                    <a:pt x="3105990" y="53063"/>
                  </a:lnTo>
                  <a:lnTo>
                    <a:pt x="3140119" y="79159"/>
                  </a:lnTo>
                  <a:lnTo>
                    <a:pt x="3172210" y="109303"/>
                  </a:lnTo>
                  <a:lnTo>
                    <a:pt x="3202432" y="142950"/>
                  </a:lnTo>
                  <a:lnTo>
                    <a:pt x="3230950" y="179560"/>
                  </a:lnTo>
                  <a:lnTo>
                    <a:pt x="3257932" y="218588"/>
                  </a:lnTo>
                  <a:lnTo>
                    <a:pt x="3283545" y="259493"/>
                  </a:lnTo>
                  <a:lnTo>
                    <a:pt x="3307957" y="301733"/>
                  </a:lnTo>
                  <a:lnTo>
                    <a:pt x="3331333" y="344763"/>
                  </a:lnTo>
                  <a:lnTo>
                    <a:pt x="3353841" y="388042"/>
                  </a:lnTo>
                  <a:lnTo>
                    <a:pt x="3375649" y="431027"/>
                  </a:lnTo>
                  <a:lnTo>
                    <a:pt x="3396923" y="473176"/>
                  </a:lnTo>
                  <a:lnTo>
                    <a:pt x="3417829" y="513945"/>
                  </a:lnTo>
                  <a:lnTo>
                    <a:pt x="3438537" y="552793"/>
                  </a:lnTo>
                  <a:lnTo>
                    <a:pt x="3459211" y="589176"/>
                  </a:lnTo>
                  <a:lnTo>
                    <a:pt x="3480020" y="622553"/>
                  </a:lnTo>
                  <a:lnTo>
                    <a:pt x="3522708" y="678114"/>
                  </a:lnTo>
                  <a:lnTo>
                    <a:pt x="3567938" y="715137"/>
                  </a:lnTo>
                  <a:lnTo>
                    <a:pt x="3608878" y="732211"/>
                  </a:lnTo>
                  <a:lnTo>
                    <a:pt x="3648673" y="738146"/>
                  </a:lnTo>
                  <a:lnTo>
                    <a:pt x="3687376" y="734819"/>
                  </a:lnTo>
                  <a:lnTo>
                    <a:pt x="3725035" y="724107"/>
                  </a:lnTo>
                  <a:lnTo>
                    <a:pt x="3761702" y="707887"/>
                  </a:lnTo>
                  <a:lnTo>
                    <a:pt x="3797427" y="688037"/>
                  </a:lnTo>
                  <a:lnTo>
                    <a:pt x="3832261" y="666435"/>
                  </a:lnTo>
                  <a:lnTo>
                    <a:pt x="3866255" y="644958"/>
                  </a:lnTo>
                  <a:lnTo>
                    <a:pt x="3899460" y="625483"/>
                  </a:lnTo>
                  <a:lnTo>
                    <a:pt x="3931925" y="609888"/>
                  </a:lnTo>
                  <a:lnTo>
                    <a:pt x="3963701" y="600050"/>
                  </a:lnTo>
                  <a:lnTo>
                    <a:pt x="3994840" y="597846"/>
                  </a:lnTo>
                  <a:lnTo>
                    <a:pt x="4025392" y="605155"/>
                  </a:lnTo>
                  <a:lnTo>
                    <a:pt x="4088308" y="655787"/>
                  </a:lnTo>
                  <a:lnTo>
                    <a:pt x="4117994" y="694969"/>
                  </a:lnTo>
                  <a:lnTo>
                    <a:pt x="4146667" y="740297"/>
                  </a:lnTo>
                  <a:lnTo>
                    <a:pt x="4174453" y="789445"/>
                  </a:lnTo>
                  <a:lnTo>
                    <a:pt x="4201477" y="840089"/>
                  </a:lnTo>
                  <a:lnTo>
                    <a:pt x="4227866" y="889905"/>
                  </a:lnTo>
                  <a:lnTo>
                    <a:pt x="4253747" y="936568"/>
                  </a:lnTo>
                  <a:lnTo>
                    <a:pt x="4279245" y="977755"/>
                  </a:lnTo>
                  <a:lnTo>
                    <a:pt x="4304486" y="1011140"/>
                  </a:lnTo>
                  <a:lnTo>
                    <a:pt x="4329596" y="1034400"/>
                  </a:lnTo>
                  <a:lnTo>
                    <a:pt x="4354703" y="1045210"/>
                  </a:lnTo>
                  <a:lnTo>
                    <a:pt x="4384854" y="1041137"/>
                  </a:lnTo>
                  <a:lnTo>
                    <a:pt x="4444515" y="990534"/>
                  </a:lnTo>
                  <a:lnTo>
                    <a:pt x="4473692" y="950274"/>
                  </a:lnTo>
                  <a:lnTo>
                    <a:pt x="4502213" y="904224"/>
                  </a:lnTo>
                  <a:lnTo>
                    <a:pt x="4529911" y="855517"/>
                  </a:lnTo>
                  <a:lnTo>
                    <a:pt x="4556619" y="807291"/>
                  </a:lnTo>
                  <a:lnTo>
                    <a:pt x="4582173" y="762680"/>
                  </a:lnTo>
                  <a:lnTo>
                    <a:pt x="4606405" y="724821"/>
                  </a:lnTo>
                  <a:lnTo>
                    <a:pt x="4629150" y="696849"/>
                  </a:lnTo>
                </a:path>
              </a:pathLst>
            </a:custGeom>
            <a:noFill/>
            <a:ln cap="flat" cmpd="sng" w="38075">
              <a:solidFill>
                <a:srgbClr val="417A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8"/>
            <p:cNvSpPr/>
            <p:nvPr/>
          </p:nvSpPr>
          <p:spPr>
            <a:xfrm>
              <a:off x="4971922" y="1752600"/>
              <a:ext cx="5523230" cy="521334"/>
            </a:xfrm>
            <a:custGeom>
              <a:rect b="b" l="l" r="r" t="t"/>
              <a:pathLst>
                <a:path extrusionOk="0" h="521335" w="5523230">
                  <a:moveTo>
                    <a:pt x="253" y="0"/>
                  </a:moveTo>
                  <a:lnTo>
                    <a:pt x="0" y="76200"/>
                  </a:lnTo>
                  <a:lnTo>
                    <a:pt x="258571" y="77215"/>
                  </a:lnTo>
                  <a:lnTo>
                    <a:pt x="258317" y="77215"/>
                  </a:lnTo>
                  <a:lnTo>
                    <a:pt x="304418" y="77850"/>
                  </a:lnTo>
                  <a:lnTo>
                    <a:pt x="305435" y="1650"/>
                  </a:lnTo>
                  <a:lnTo>
                    <a:pt x="253" y="0"/>
                  </a:lnTo>
                  <a:close/>
                </a:path>
                <a:path extrusionOk="0" h="521335" w="5523230">
                  <a:moveTo>
                    <a:pt x="534288" y="4572"/>
                  </a:moveTo>
                  <a:lnTo>
                    <a:pt x="532764" y="80772"/>
                  </a:lnTo>
                  <a:lnTo>
                    <a:pt x="608964" y="82296"/>
                  </a:lnTo>
                  <a:lnTo>
                    <a:pt x="610488" y="6096"/>
                  </a:lnTo>
                  <a:lnTo>
                    <a:pt x="534288" y="4572"/>
                  </a:lnTo>
                  <a:close/>
                </a:path>
                <a:path extrusionOk="0" h="521335" w="5523230">
                  <a:moveTo>
                    <a:pt x="839215" y="10922"/>
                  </a:moveTo>
                  <a:lnTo>
                    <a:pt x="837311" y="87122"/>
                  </a:lnTo>
                  <a:lnTo>
                    <a:pt x="1141476" y="96392"/>
                  </a:lnTo>
                  <a:lnTo>
                    <a:pt x="1144269" y="20192"/>
                  </a:lnTo>
                  <a:lnTo>
                    <a:pt x="839215" y="10922"/>
                  </a:lnTo>
                  <a:close/>
                </a:path>
                <a:path extrusionOk="0" h="521335" w="5523230">
                  <a:moveTo>
                    <a:pt x="1372997" y="29210"/>
                  </a:moveTo>
                  <a:lnTo>
                    <a:pt x="1369567" y="105410"/>
                  </a:lnTo>
                  <a:lnTo>
                    <a:pt x="1445767" y="108712"/>
                  </a:lnTo>
                  <a:lnTo>
                    <a:pt x="1449197" y="32638"/>
                  </a:lnTo>
                  <a:lnTo>
                    <a:pt x="1372997" y="29210"/>
                  </a:lnTo>
                  <a:close/>
                </a:path>
                <a:path extrusionOk="0" h="521335" w="5523230">
                  <a:moveTo>
                    <a:pt x="1794752" y="127349"/>
                  </a:moveTo>
                  <a:lnTo>
                    <a:pt x="1977262" y="139573"/>
                  </a:lnTo>
                  <a:lnTo>
                    <a:pt x="1978107" y="127524"/>
                  </a:lnTo>
                  <a:lnTo>
                    <a:pt x="1797710" y="127524"/>
                  </a:lnTo>
                  <a:lnTo>
                    <a:pt x="1794752" y="127349"/>
                  </a:lnTo>
                  <a:close/>
                </a:path>
                <a:path extrusionOk="0" h="521335" w="5523230">
                  <a:moveTo>
                    <a:pt x="1677797" y="44323"/>
                  </a:moveTo>
                  <a:lnTo>
                    <a:pt x="1673732" y="120396"/>
                  </a:lnTo>
                  <a:lnTo>
                    <a:pt x="1696814" y="121524"/>
                  </a:lnTo>
                  <a:lnTo>
                    <a:pt x="1696425" y="121524"/>
                  </a:lnTo>
                  <a:lnTo>
                    <a:pt x="1797710" y="127524"/>
                  </a:lnTo>
                  <a:lnTo>
                    <a:pt x="1978107" y="127524"/>
                  </a:lnTo>
                  <a:lnTo>
                    <a:pt x="1982597" y="63500"/>
                  </a:lnTo>
                  <a:lnTo>
                    <a:pt x="1699005" y="45338"/>
                  </a:lnTo>
                  <a:lnTo>
                    <a:pt x="1677797" y="44323"/>
                  </a:lnTo>
                  <a:close/>
                </a:path>
                <a:path extrusionOk="0" h="521335" w="5523230">
                  <a:moveTo>
                    <a:pt x="1696466" y="121524"/>
                  </a:moveTo>
                  <a:lnTo>
                    <a:pt x="1694554" y="121524"/>
                  </a:lnTo>
                  <a:lnTo>
                    <a:pt x="1717016" y="122742"/>
                  </a:lnTo>
                  <a:lnTo>
                    <a:pt x="1696466" y="121524"/>
                  </a:lnTo>
                  <a:close/>
                </a:path>
                <a:path extrusionOk="0" h="521335" w="5523230">
                  <a:moveTo>
                    <a:pt x="2211197" y="81914"/>
                  </a:moveTo>
                  <a:lnTo>
                    <a:pt x="2204338" y="157861"/>
                  </a:lnTo>
                  <a:lnTo>
                    <a:pt x="2249279" y="161900"/>
                  </a:lnTo>
                  <a:lnTo>
                    <a:pt x="2279904" y="164973"/>
                  </a:lnTo>
                  <a:lnTo>
                    <a:pt x="2287397" y="89153"/>
                  </a:lnTo>
                  <a:lnTo>
                    <a:pt x="2211197" y="81914"/>
                  </a:lnTo>
                  <a:close/>
                </a:path>
                <a:path extrusionOk="0" h="521335" w="5523230">
                  <a:moveTo>
                    <a:pt x="2249304" y="161900"/>
                  </a:moveTo>
                  <a:lnTo>
                    <a:pt x="2248271" y="161900"/>
                  </a:lnTo>
                  <a:lnTo>
                    <a:pt x="2260550" y="163029"/>
                  </a:lnTo>
                  <a:lnTo>
                    <a:pt x="2249304" y="161900"/>
                  </a:lnTo>
                  <a:close/>
                </a:path>
                <a:path extrusionOk="0" h="521335" w="5523230">
                  <a:moveTo>
                    <a:pt x="2726219" y="238423"/>
                  </a:moveTo>
                  <a:lnTo>
                    <a:pt x="2726980" y="241540"/>
                  </a:lnTo>
                  <a:lnTo>
                    <a:pt x="2727028" y="241738"/>
                  </a:lnTo>
                  <a:lnTo>
                    <a:pt x="2727138" y="242188"/>
                  </a:lnTo>
                  <a:lnTo>
                    <a:pt x="2758948" y="273685"/>
                  </a:lnTo>
                  <a:lnTo>
                    <a:pt x="2776220" y="281559"/>
                  </a:lnTo>
                  <a:lnTo>
                    <a:pt x="2791792" y="243077"/>
                  </a:lnTo>
                  <a:lnTo>
                    <a:pt x="2732785" y="243077"/>
                  </a:lnTo>
                  <a:lnTo>
                    <a:pt x="2729682" y="240452"/>
                  </a:lnTo>
                  <a:lnTo>
                    <a:pt x="2729290" y="240452"/>
                  </a:lnTo>
                  <a:lnTo>
                    <a:pt x="2729089" y="240122"/>
                  </a:lnTo>
                  <a:lnTo>
                    <a:pt x="2727183" y="238887"/>
                  </a:lnTo>
                  <a:lnTo>
                    <a:pt x="2726219" y="238423"/>
                  </a:lnTo>
                  <a:close/>
                </a:path>
                <a:path extrusionOk="0" h="521335" w="5523230">
                  <a:moveTo>
                    <a:pt x="2729959" y="240686"/>
                  </a:moveTo>
                  <a:lnTo>
                    <a:pt x="2732785" y="243077"/>
                  </a:lnTo>
                  <a:lnTo>
                    <a:pt x="2731582" y="241738"/>
                  </a:lnTo>
                  <a:lnTo>
                    <a:pt x="2729959" y="240686"/>
                  </a:lnTo>
                  <a:close/>
                </a:path>
                <a:path extrusionOk="0" h="521335" w="5523230">
                  <a:moveTo>
                    <a:pt x="2798011" y="227711"/>
                  </a:moveTo>
                  <a:lnTo>
                    <a:pt x="2723642" y="227711"/>
                  </a:lnTo>
                  <a:lnTo>
                    <a:pt x="2727639" y="236727"/>
                  </a:lnTo>
                  <a:lnTo>
                    <a:pt x="2727994" y="237744"/>
                  </a:lnTo>
                  <a:lnTo>
                    <a:pt x="2731582" y="241738"/>
                  </a:lnTo>
                  <a:lnTo>
                    <a:pt x="2732278" y="242188"/>
                  </a:lnTo>
                  <a:lnTo>
                    <a:pt x="2731987" y="242188"/>
                  </a:lnTo>
                  <a:lnTo>
                    <a:pt x="2732785" y="243077"/>
                  </a:lnTo>
                  <a:lnTo>
                    <a:pt x="2791792" y="243077"/>
                  </a:lnTo>
                  <a:lnTo>
                    <a:pt x="2792152" y="242188"/>
                  </a:lnTo>
                  <a:lnTo>
                    <a:pt x="2732278" y="242188"/>
                  </a:lnTo>
                  <a:lnTo>
                    <a:pt x="2731671" y="241738"/>
                  </a:lnTo>
                  <a:lnTo>
                    <a:pt x="2792334" y="241738"/>
                  </a:lnTo>
                  <a:lnTo>
                    <a:pt x="2798011" y="227711"/>
                  </a:lnTo>
                  <a:close/>
                </a:path>
                <a:path extrusionOk="0" h="521335" w="5523230">
                  <a:moveTo>
                    <a:pt x="2728438" y="239399"/>
                  </a:moveTo>
                  <a:lnTo>
                    <a:pt x="2729292" y="240122"/>
                  </a:lnTo>
                  <a:lnTo>
                    <a:pt x="2729598" y="240452"/>
                  </a:lnTo>
                  <a:lnTo>
                    <a:pt x="2731582" y="241738"/>
                  </a:lnTo>
                  <a:lnTo>
                    <a:pt x="2731404" y="241540"/>
                  </a:lnTo>
                  <a:lnTo>
                    <a:pt x="2729200" y="239902"/>
                  </a:lnTo>
                  <a:lnTo>
                    <a:pt x="2729356" y="239902"/>
                  </a:lnTo>
                  <a:lnTo>
                    <a:pt x="2728438" y="239399"/>
                  </a:lnTo>
                  <a:close/>
                </a:path>
                <a:path extrusionOk="0" h="521335" w="5523230">
                  <a:moveTo>
                    <a:pt x="2729933" y="239902"/>
                  </a:moveTo>
                  <a:lnTo>
                    <a:pt x="2729200" y="239902"/>
                  </a:lnTo>
                  <a:lnTo>
                    <a:pt x="2731404" y="241540"/>
                  </a:lnTo>
                  <a:lnTo>
                    <a:pt x="2729933" y="239902"/>
                  </a:lnTo>
                  <a:close/>
                </a:path>
                <a:path extrusionOk="0" h="521335" w="5523230">
                  <a:moveTo>
                    <a:pt x="2729089" y="240122"/>
                  </a:moveTo>
                  <a:lnTo>
                    <a:pt x="2729290" y="240452"/>
                  </a:lnTo>
                  <a:lnTo>
                    <a:pt x="2729598" y="240452"/>
                  </a:lnTo>
                  <a:lnTo>
                    <a:pt x="2729089" y="240122"/>
                  </a:lnTo>
                  <a:close/>
                </a:path>
                <a:path extrusionOk="0" h="521335" w="5523230">
                  <a:moveTo>
                    <a:pt x="2729033" y="239902"/>
                  </a:moveTo>
                  <a:lnTo>
                    <a:pt x="2729089" y="240122"/>
                  </a:lnTo>
                  <a:lnTo>
                    <a:pt x="2729598" y="240452"/>
                  </a:lnTo>
                  <a:lnTo>
                    <a:pt x="2729292" y="240122"/>
                  </a:lnTo>
                  <a:lnTo>
                    <a:pt x="2729033" y="239902"/>
                  </a:lnTo>
                  <a:close/>
                </a:path>
                <a:path extrusionOk="0" h="521335" w="5523230">
                  <a:moveTo>
                    <a:pt x="2727201" y="238887"/>
                  </a:moveTo>
                  <a:lnTo>
                    <a:pt x="2729089" y="240122"/>
                  </a:lnTo>
                  <a:lnTo>
                    <a:pt x="2729022" y="239902"/>
                  </a:lnTo>
                  <a:lnTo>
                    <a:pt x="2729356" y="239902"/>
                  </a:lnTo>
                  <a:lnTo>
                    <a:pt x="2727201" y="238887"/>
                  </a:lnTo>
                  <a:close/>
                </a:path>
                <a:path extrusionOk="0" h="521335" w="5523230">
                  <a:moveTo>
                    <a:pt x="2723642" y="227711"/>
                  </a:moveTo>
                  <a:lnTo>
                    <a:pt x="2724657" y="232028"/>
                  </a:lnTo>
                  <a:lnTo>
                    <a:pt x="2726053" y="237744"/>
                  </a:lnTo>
                  <a:lnTo>
                    <a:pt x="2726172" y="238231"/>
                  </a:lnTo>
                  <a:lnTo>
                    <a:pt x="2727201" y="238887"/>
                  </a:lnTo>
                  <a:lnTo>
                    <a:pt x="2729356" y="239902"/>
                  </a:lnTo>
                  <a:lnTo>
                    <a:pt x="2729033" y="239902"/>
                  </a:lnTo>
                  <a:lnTo>
                    <a:pt x="2728438" y="239399"/>
                  </a:lnTo>
                  <a:lnTo>
                    <a:pt x="2725801" y="237953"/>
                  </a:lnTo>
                  <a:lnTo>
                    <a:pt x="2727825" y="238231"/>
                  </a:lnTo>
                  <a:lnTo>
                    <a:pt x="2726139" y="235712"/>
                  </a:lnTo>
                  <a:lnTo>
                    <a:pt x="2727188" y="235712"/>
                  </a:lnTo>
                  <a:lnTo>
                    <a:pt x="2723642" y="227711"/>
                  </a:lnTo>
                  <a:close/>
                </a:path>
                <a:path extrusionOk="0" h="521335" w="5523230">
                  <a:moveTo>
                    <a:pt x="2728263" y="238887"/>
                  </a:moveTo>
                  <a:lnTo>
                    <a:pt x="2727832" y="238887"/>
                  </a:lnTo>
                  <a:lnTo>
                    <a:pt x="2728438" y="239399"/>
                  </a:lnTo>
                  <a:lnTo>
                    <a:pt x="2729356" y="239902"/>
                  </a:lnTo>
                  <a:lnTo>
                    <a:pt x="2729016" y="239902"/>
                  </a:lnTo>
                  <a:lnTo>
                    <a:pt x="2728575" y="239399"/>
                  </a:lnTo>
                  <a:lnTo>
                    <a:pt x="2727832" y="238887"/>
                  </a:lnTo>
                  <a:lnTo>
                    <a:pt x="2728263" y="238887"/>
                  </a:lnTo>
                  <a:close/>
                </a:path>
                <a:path extrusionOk="0" h="521335" w="5523230">
                  <a:moveTo>
                    <a:pt x="2728522" y="239399"/>
                  </a:moveTo>
                  <a:lnTo>
                    <a:pt x="2729016" y="239902"/>
                  </a:lnTo>
                  <a:lnTo>
                    <a:pt x="2729200" y="239902"/>
                  </a:lnTo>
                  <a:lnTo>
                    <a:pt x="2728522" y="239399"/>
                  </a:lnTo>
                  <a:close/>
                </a:path>
                <a:path extrusionOk="0" h="521335" w="5523230">
                  <a:moveTo>
                    <a:pt x="2726169" y="235712"/>
                  </a:moveTo>
                  <a:lnTo>
                    <a:pt x="2726545" y="236319"/>
                  </a:lnTo>
                  <a:lnTo>
                    <a:pt x="2728263" y="238887"/>
                  </a:lnTo>
                  <a:lnTo>
                    <a:pt x="2728522" y="239399"/>
                  </a:lnTo>
                  <a:lnTo>
                    <a:pt x="2729200" y="239902"/>
                  </a:lnTo>
                  <a:lnTo>
                    <a:pt x="2729046" y="239902"/>
                  </a:lnTo>
                  <a:lnTo>
                    <a:pt x="2728391" y="238423"/>
                  </a:lnTo>
                  <a:lnTo>
                    <a:pt x="2728305" y="238231"/>
                  </a:lnTo>
                  <a:lnTo>
                    <a:pt x="2728182" y="237953"/>
                  </a:lnTo>
                  <a:lnTo>
                    <a:pt x="2728089" y="237744"/>
                  </a:lnTo>
                  <a:lnTo>
                    <a:pt x="2727081" y="236727"/>
                  </a:lnTo>
                  <a:lnTo>
                    <a:pt x="2726169" y="235712"/>
                  </a:lnTo>
                  <a:close/>
                </a:path>
                <a:path extrusionOk="0" h="521335" w="5523230">
                  <a:moveTo>
                    <a:pt x="2728432" y="238231"/>
                  </a:moveTo>
                  <a:lnTo>
                    <a:pt x="2728391" y="238423"/>
                  </a:lnTo>
                  <a:lnTo>
                    <a:pt x="2729046" y="239902"/>
                  </a:lnTo>
                  <a:lnTo>
                    <a:pt x="2729933" y="239902"/>
                  </a:lnTo>
                  <a:lnTo>
                    <a:pt x="2728432" y="238231"/>
                  </a:lnTo>
                  <a:close/>
                </a:path>
                <a:path extrusionOk="0" h="521335" w="5523230">
                  <a:moveTo>
                    <a:pt x="2727825" y="238231"/>
                  </a:moveTo>
                  <a:lnTo>
                    <a:pt x="2726309" y="238231"/>
                  </a:lnTo>
                  <a:lnTo>
                    <a:pt x="2728438" y="239399"/>
                  </a:lnTo>
                  <a:lnTo>
                    <a:pt x="2727832" y="238887"/>
                  </a:lnTo>
                  <a:lnTo>
                    <a:pt x="2728263" y="238887"/>
                  </a:lnTo>
                  <a:lnTo>
                    <a:pt x="2727825" y="238231"/>
                  </a:lnTo>
                  <a:close/>
                </a:path>
                <a:path extrusionOk="0" h="521335" w="5523230">
                  <a:moveTo>
                    <a:pt x="2726172" y="238231"/>
                  </a:moveTo>
                  <a:lnTo>
                    <a:pt x="2726219" y="238423"/>
                  </a:lnTo>
                  <a:lnTo>
                    <a:pt x="2727201" y="238887"/>
                  </a:lnTo>
                  <a:lnTo>
                    <a:pt x="2726172" y="238231"/>
                  </a:lnTo>
                  <a:close/>
                </a:path>
                <a:path extrusionOk="0" h="521335" w="5523230">
                  <a:moveTo>
                    <a:pt x="2725557" y="235712"/>
                  </a:moveTo>
                  <a:lnTo>
                    <a:pt x="2720467" y="235712"/>
                  </a:lnTo>
                  <a:lnTo>
                    <a:pt x="2721754" y="236319"/>
                  </a:lnTo>
                  <a:lnTo>
                    <a:pt x="2722753" y="236727"/>
                  </a:lnTo>
                  <a:lnTo>
                    <a:pt x="2722622" y="236727"/>
                  </a:lnTo>
                  <a:lnTo>
                    <a:pt x="2726219" y="238423"/>
                  </a:lnTo>
                  <a:lnTo>
                    <a:pt x="2726172" y="238231"/>
                  </a:lnTo>
                  <a:lnTo>
                    <a:pt x="2725420" y="237744"/>
                  </a:lnTo>
                  <a:lnTo>
                    <a:pt x="2726053" y="237744"/>
                  </a:lnTo>
                  <a:lnTo>
                    <a:pt x="2725805" y="236727"/>
                  </a:lnTo>
                  <a:lnTo>
                    <a:pt x="2722753" y="236727"/>
                  </a:lnTo>
                  <a:lnTo>
                    <a:pt x="2721832" y="236319"/>
                  </a:lnTo>
                  <a:lnTo>
                    <a:pt x="2725705" y="236319"/>
                  </a:lnTo>
                  <a:lnTo>
                    <a:pt x="2725557" y="235712"/>
                  </a:lnTo>
                  <a:close/>
                </a:path>
                <a:path extrusionOk="0" h="521335" w="5523230">
                  <a:moveTo>
                    <a:pt x="2726053" y="237744"/>
                  </a:moveTo>
                  <a:lnTo>
                    <a:pt x="2725420" y="237744"/>
                  </a:lnTo>
                  <a:lnTo>
                    <a:pt x="2726309" y="238231"/>
                  </a:lnTo>
                  <a:lnTo>
                    <a:pt x="2726172" y="238231"/>
                  </a:lnTo>
                  <a:lnTo>
                    <a:pt x="2726053" y="237744"/>
                  </a:lnTo>
                  <a:close/>
                </a:path>
                <a:path extrusionOk="0" h="521335" w="5523230">
                  <a:moveTo>
                    <a:pt x="2727188" y="235712"/>
                  </a:moveTo>
                  <a:lnTo>
                    <a:pt x="2726169" y="235712"/>
                  </a:lnTo>
                  <a:lnTo>
                    <a:pt x="2727994" y="237744"/>
                  </a:lnTo>
                  <a:lnTo>
                    <a:pt x="2727639" y="236727"/>
                  </a:lnTo>
                  <a:lnTo>
                    <a:pt x="2727188" y="235712"/>
                  </a:lnTo>
                  <a:close/>
                </a:path>
                <a:path extrusionOk="0" h="521335" w="5523230">
                  <a:moveTo>
                    <a:pt x="2712211" y="232410"/>
                  </a:moveTo>
                  <a:lnTo>
                    <a:pt x="2721754" y="236319"/>
                  </a:lnTo>
                  <a:lnTo>
                    <a:pt x="2720467" y="235712"/>
                  </a:lnTo>
                  <a:lnTo>
                    <a:pt x="2725557" y="235712"/>
                  </a:lnTo>
                  <a:lnTo>
                    <a:pt x="2724906" y="233045"/>
                  </a:lnTo>
                  <a:lnTo>
                    <a:pt x="2714117" y="233045"/>
                  </a:lnTo>
                  <a:lnTo>
                    <a:pt x="2712211" y="232410"/>
                  </a:lnTo>
                  <a:close/>
                </a:path>
                <a:path extrusionOk="0" h="521335" w="5523230">
                  <a:moveTo>
                    <a:pt x="2795759" y="209143"/>
                  </a:moveTo>
                  <a:lnTo>
                    <a:pt x="2618363" y="209143"/>
                  </a:lnTo>
                  <a:lnTo>
                    <a:pt x="2619050" y="209296"/>
                  </a:lnTo>
                  <a:lnTo>
                    <a:pt x="2620164" y="209500"/>
                  </a:lnTo>
                  <a:lnTo>
                    <a:pt x="2640413" y="213527"/>
                  </a:lnTo>
                  <a:lnTo>
                    <a:pt x="2657817" y="217226"/>
                  </a:lnTo>
                  <a:lnTo>
                    <a:pt x="2674283" y="221094"/>
                  </a:lnTo>
                  <a:lnTo>
                    <a:pt x="2688730" y="224993"/>
                  </a:lnTo>
                  <a:lnTo>
                    <a:pt x="2689870" y="225371"/>
                  </a:lnTo>
                  <a:lnTo>
                    <a:pt x="2701067" y="228650"/>
                  </a:lnTo>
                  <a:lnTo>
                    <a:pt x="2714117" y="233045"/>
                  </a:lnTo>
                  <a:lnTo>
                    <a:pt x="2724906" y="233045"/>
                  </a:lnTo>
                  <a:lnTo>
                    <a:pt x="2723642" y="227711"/>
                  </a:lnTo>
                  <a:lnTo>
                    <a:pt x="2798011" y="227711"/>
                  </a:lnTo>
                  <a:lnTo>
                    <a:pt x="2801865" y="218186"/>
                  </a:lnTo>
                  <a:lnTo>
                    <a:pt x="2799715" y="218186"/>
                  </a:lnTo>
                  <a:lnTo>
                    <a:pt x="2796036" y="209778"/>
                  </a:lnTo>
                  <a:lnTo>
                    <a:pt x="2795914" y="209500"/>
                  </a:lnTo>
                  <a:lnTo>
                    <a:pt x="2795825" y="209296"/>
                  </a:lnTo>
                  <a:lnTo>
                    <a:pt x="2795759" y="209143"/>
                  </a:lnTo>
                  <a:close/>
                </a:path>
                <a:path extrusionOk="0" h="521335" w="5523230">
                  <a:moveTo>
                    <a:pt x="2686797" y="224471"/>
                  </a:moveTo>
                  <a:lnTo>
                    <a:pt x="2689870" y="225371"/>
                  </a:lnTo>
                  <a:lnTo>
                    <a:pt x="2688730" y="224993"/>
                  </a:lnTo>
                  <a:lnTo>
                    <a:pt x="2686797" y="224471"/>
                  </a:lnTo>
                  <a:close/>
                </a:path>
                <a:path extrusionOk="0" h="521335" w="5523230">
                  <a:moveTo>
                    <a:pt x="2657872" y="217226"/>
                  </a:moveTo>
                  <a:lnTo>
                    <a:pt x="2657529" y="217226"/>
                  </a:lnTo>
                  <a:lnTo>
                    <a:pt x="2661977" y="218186"/>
                  </a:lnTo>
                  <a:lnTo>
                    <a:pt x="2657872" y="217226"/>
                  </a:lnTo>
                  <a:close/>
                </a:path>
                <a:path extrusionOk="0" h="521335" w="5523230">
                  <a:moveTo>
                    <a:pt x="2795399" y="208152"/>
                  </a:moveTo>
                  <a:lnTo>
                    <a:pt x="2795759" y="209143"/>
                  </a:lnTo>
                  <a:lnTo>
                    <a:pt x="2799715" y="218186"/>
                  </a:lnTo>
                  <a:lnTo>
                    <a:pt x="2798699" y="213867"/>
                  </a:lnTo>
                  <a:lnTo>
                    <a:pt x="2797820" y="210312"/>
                  </a:lnTo>
                  <a:lnTo>
                    <a:pt x="2797302" y="210312"/>
                  </a:lnTo>
                  <a:lnTo>
                    <a:pt x="2796943" y="209778"/>
                  </a:lnTo>
                  <a:lnTo>
                    <a:pt x="2796586" y="209500"/>
                  </a:lnTo>
                  <a:lnTo>
                    <a:pt x="2795399" y="208152"/>
                  </a:lnTo>
                  <a:close/>
                </a:path>
                <a:path extrusionOk="0" h="521335" w="5523230">
                  <a:moveTo>
                    <a:pt x="2797165" y="207660"/>
                  </a:moveTo>
                  <a:lnTo>
                    <a:pt x="2798538" y="213216"/>
                  </a:lnTo>
                  <a:lnTo>
                    <a:pt x="2799715" y="218186"/>
                  </a:lnTo>
                  <a:lnTo>
                    <a:pt x="2801865" y="218186"/>
                  </a:lnTo>
                  <a:lnTo>
                    <a:pt x="2804795" y="210947"/>
                  </a:lnTo>
                  <a:lnTo>
                    <a:pt x="2803231" y="210312"/>
                  </a:lnTo>
                  <a:lnTo>
                    <a:pt x="2803017" y="210312"/>
                  </a:lnTo>
                  <a:lnTo>
                    <a:pt x="2801918" y="209778"/>
                  </a:lnTo>
                  <a:lnTo>
                    <a:pt x="2801190" y="209500"/>
                  </a:lnTo>
                  <a:lnTo>
                    <a:pt x="2800730" y="209296"/>
                  </a:lnTo>
                  <a:lnTo>
                    <a:pt x="2800925" y="209296"/>
                  </a:lnTo>
                  <a:lnTo>
                    <a:pt x="2798571" y="208152"/>
                  </a:lnTo>
                  <a:lnTo>
                    <a:pt x="2798063" y="208152"/>
                  </a:lnTo>
                  <a:lnTo>
                    <a:pt x="2797800" y="207987"/>
                  </a:lnTo>
                  <a:lnTo>
                    <a:pt x="2797165" y="207660"/>
                  </a:lnTo>
                  <a:close/>
                </a:path>
                <a:path extrusionOk="0" h="521335" w="5523230">
                  <a:moveTo>
                    <a:pt x="2794682" y="206417"/>
                  </a:moveTo>
                  <a:lnTo>
                    <a:pt x="2796755" y="209500"/>
                  </a:lnTo>
                  <a:lnTo>
                    <a:pt x="2796831" y="209778"/>
                  </a:lnTo>
                  <a:lnTo>
                    <a:pt x="2797302" y="210312"/>
                  </a:lnTo>
                  <a:lnTo>
                    <a:pt x="2797820" y="210312"/>
                  </a:lnTo>
                  <a:lnTo>
                    <a:pt x="2797287" y="208152"/>
                  </a:lnTo>
                  <a:lnTo>
                    <a:pt x="2797165" y="207660"/>
                  </a:lnTo>
                  <a:lnTo>
                    <a:pt x="2796211" y="207137"/>
                  </a:lnTo>
                  <a:lnTo>
                    <a:pt x="2795651" y="207137"/>
                  </a:lnTo>
                  <a:lnTo>
                    <a:pt x="2794682" y="206417"/>
                  </a:lnTo>
                  <a:close/>
                </a:path>
                <a:path extrusionOk="0" h="521335" w="5523230">
                  <a:moveTo>
                    <a:pt x="2801918" y="209778"/>
                  </a:moveTo>
                  <a:lnTo>
                    <a:pt x="2803017" y="210312"/>
                  </a:lnTo>
                  <a:lnTo>
                    <a:pt x="2803231" y="210312"/>
                  </a:lnTo>
                  <a:lnTo>
                    <a:pt x="2801918" y="209778"/>
                  </a:lnTo>
                  <a:close/>
                </a:path>
                <a:path extrusionOk="0" h="521335" w="5523230">
                  <a:moveTo>
                    <a:pt x="2794682" y="206417"/>
                  </a:moveTo>
                  <a:lnTo>
                    <a:pt x="2794881" y="207137"/>
                  </a:lnTo>
                  <a:lnTo>
                    <a:pt x="2795253" y="207987"/>
                  </a:lnTo>
                  <a:lnTo>
                    <a:pt x="2796831" y="209778"/>
                  </a:lnTo>
                  <a:lnTo>
                    <a:pt x="2796755" y="209500"/>
                  </a:lnTo>
                  <a:lnTo>
                    <a:pt x="2794682" y="206417"/>
                  </a:lnTo>
                  <a:close/>
                </a:path>
                <a:path extrusionOk="0" h="521335" w="5523230">
                  <a:moveTo>
                    <a:pt x="2800730" y="209296"/>
                  </a:moveTo>
                  <a:lnTo>
                    <a:pt x="2801816" y="209778"/>
                  </a:lnTo>
                  <a:lnTo>
                    <a:pt x="2801345" y="209500"/>
                  </a:lnTo>
                  <a:lnTo>
                    <a:pt x="2800730" y="209296"/>
                  </a:lnTo>
                  <a:close/>
                </a:path>
                <a:path extrusionOk="0" h="521335" w="5523230">
                  <a:moveTo>
                    <a:pt x="2800925" y="209296"/>
                  </a:moveTo>
                  <a:lnTo>
                    <a:pt x="2800730" y="209296"/>
                  </a:lnTo>
                  <a:lnTo>
                    <a:pt x="2801233" y="209500"/>
                  </a:lnTo>
                  <a:lnTo>
                    <a:pt x="2800925" y="209296"/>
                  </a:lnTo>
                  <a:close/>
                </a:path>
                <a:path extrusionOk="0" h="521335" w="5523230">
                  <a:moveTo>
                    <a:pt x="2589784" y="203930"/>
                  </a:moveTo>
                  <a:lnTo>
                    <a:pt x="2619051" y="209296"/>
                  </a:lnTo>
                  <a:lnTo>
                    <a:pt x="2618363" y="209143"/>
                  </a:lnTo>
                  <a:lnTo>
                    <a:pt x="2795759" y="209143"/>
                  </a:lnTo>
                  <a:lnTo>
                    <a:pt x="2795325" y="208152"/>
                  </a:lnTo>
                  <a:lnTo>
                    <a:pt x="2795253" y="207987"/>
                  </a:lnTo>
                  <a:lnTo>
                    <a:pt x="2792660" y="205045"/>
                  </a:lnTo>
                  <a:lnTo>
                    <a:pt x="2596273" y="205045"/>
                  </a:lnTo>
                  <a:lnTo>
                    <a:pt x="2589784" y="203930"/>
                  </a:lnTo>
                  <a:close/>
                </a:path>
                <a:path extrusionOk="0" h="521335" w="5523230">
                  <a:moveTo>
                    <a:pt x="2797111" y="207443"/>
                  </a:moveTo>
                  <a:lnTo>
                    <a:pt x="2797281" y="207660"/>
                  </a:lnTo>
                  <a:lnTo>
                    <a:pt x="2797761" y="207987"/>
                  </a:lnTo>
                  <a:lnTo>
                    <a:pt x="2798063" y="208152"/>
                  </a:lnTo>
                  <a:lnTo>
                    <a:pt x="2798571" y="208152"/>
                  </a:lnTo>
                  <a:lnTo>
                    <a:pt x="2797111" y="207443"/>
                  </a:lnTo>
                  <a:close/>
                </a:path>
                <a:path extrusionOk="0" h="521335" w="5523230">
                  <a:moveTo>
                    <a:pt x="2792328" y="204668"/>
                  </a:moveTo>
                  <a:lnTo>
                    <a:pt x="2795253" y="207987"/>
                  </a:lnTo>
                  <a:lnTo>
                    <a:pt x="2794566" y="206417"/>
                  </a:lnTo>
                  <a:lnTo>
                    <a:pt x="2794275" y="206115"/>
                  </a:lnTo>
                  <a:lnTo>
                    <a:pt x="2792328" y="204668"/>
                  </a:lnTo>
                  <a:close/>
                </a:path>
                <a:path extrusionOk="0" h="521335" w="5523230">
                  <a:moveTo>
                    <a:pt x="2794998" y="206417"/>
                  </a:moveTo>
                  <a:lnTo>
                    <a:pt x="2796211" y="207137"/>
                  </a:lnTo>
                  <a:lnTo>
                    <a:pt x="2797165" y="207660"/>
                  </a:lnTo>
                  <a:lnTo>
                    <a:pt x="2796937" y="207443"/>
                  </a:lnTo>
                  <a:lnTo>
                    <a:pt x="2796450" y="207137"/>
                  </a:lnTo>
                  <a:lnTo>
                    <a:pt x="2794998" y="206417"/>
                  </a:lnTo>
                  <a:close/>
                </a:path>
                <a:path extrusionOk="0" h="521335" w="5523230">
                  <a:moveTo>
                    <a:pt x="2796480" y="207137"/>
                  </a:moveTo>
                  <a:lnTo>
                    <a:pt x="2797281" y="207660"/>
                  </a:lnTo>
                  <a:lnTo>
                    <a:pt x="2797111" y="207443"/>
                  </a:lnTo>
                  <a:lnTo>
                    <a:pt x="2796480" y="207137"/>
                  </a:lnTo>
                  <a:close/>
                </a:path>
                <a:path extrusionOk="0" h="521335" w="5523230">
                  <a:moveTo>
                    <a:pt x="2796588" y="205325"/>
                  </a:moveTo>
                  <a:lnTo>
                    <a:pt x="2794094" y="205325"/>
                  </a:lnTo>
                  <a:lnTo>
                    <a:pt x="2794557" y="206115"/>
                  </a:lnTo>
                  <a:lnTo>
                    <a:pt x="2794827" y="206115"/>
                  </a:lnTo>
                  <a:lnTo>
                    <a:pt x="2796480" y="207137"/>
                  </a:lnTo>
                  <a:lnTo>
                    <a:pt x="2797111" y="207443"/>
                  </a:lnTo>
                  <a:lnTo>
                    <a:pt x="2796588" y="205325"/>
                  </a:lnTo>
                  <a:close/>
                </a:path>
                <a:path extrusionOk="0" h="521335" w="5523230">
                  <a:moveTo>
                    <a:pt x="2794478" y="206115"/>
                  </a:moveTo>
                  <a:lnTo>
                    <a:pt x="2794542" y="206417"/>
                  </a:lnTo>
                  <a:lnTo>
                    <a:pt x="2794682" y="206417"/>
                  </a:lnTo>
                  <a:lnTo>
                    <a:pt x="2795651" y="207137"/>
                  </a:lnTo>
                  <a:lnTo>
                    <a:pt x="2794825" y="206417"/>
                  </a:lnTo>
                  <a:lnTo>
                    <a:pt x="2794347" y="206115"/>
                  </a:lnTo>
                  <a:lnTo>
                    <a:pt x="2794478" y="206115"/>
                  </a:lnTo>
                  <a:close/>
                </a:path>
                <a:path extrusionOk="0" h="521335" w="5523230">
                  <a:moveTo>
                    <a:pt x="2794898" y="206417"/>
                  </a:moveTo>
                  <a:lnTo>
                    <a:pt x="2795651" y="207137"/>
                  </a:lnTo>
                  <a:lnTo>
                    <a:pt x="2796211" y="207137"/>
                  </a:lnTo>
                  <a:lnTo>
                    <a:pt x="2794898" y="206417"/>
                  </a:lnTo>
                  <a:close/>
                </a:path>
                <a:path extrusionOk="0" h="521335" w="5523230">
                  <a:moveTo>
                    <a:pt x="2793572" y="205325"/>
                  </a:moveTo>
                  <a:lnTo>
                    <a:pt x="2794376" y="206115"/>
                  </a:lnTo>
                  <a:lnTo>
                    <a:pt x="2796480" y="207137"/>
                  </a:lnTo>
                  <a:lnTo>
                    <a:pt x="2793572" y="205325"/>
                  </a:lnTo>
                  <a:close/>
                </a:path>
                <a:path extrusionOk="0" h="521335" w="5523230">
                  <a:moveTo>
                    <a:pt x="2792076" y="204383"/>
                  </a:moveTo>
                  <a:lnTo>
                    <a:pt x="2792328" y="204668"/>
                  </a:lnTo>
                  <a:lnTo>
                    <a:pt x="2794682" y="206417"/>
                  </a:lnTo>
                  <a:lnTo>
                    <a:pt x="2794542" y="206417"/>
                  </a:lnTo>
                  <a:lnTo>
                    <a:pt x="2794466" y="206115"/>
                  </a:lnTo>
                  <a:lnTo>
                    <a:pt x="2793252" y="205045"/>
                  </a:lnTo>
                  <a:lnTo>
                    <a:pt x="2792529" y="204668"/>
                  </a:lnTo>
                  <a:lnTo>
                    <a:pt x="2792076" y="204383"/>
                  </a:lnTo>
                  <a:close/>
                </a:path>
                <a:path extrusionOk="0" h="521335" w="5523230">
                  <a:moveTo>
                    <a:pt x="2794478" y="206115"/>
                  </a:moveTo>
                  <a:lnTo>
                    <a:pt x="2794347" y="206115"/>
                  </a:lnTo>
                  <a:lnTo>
                    <a:pt x="2794898" y="206417"/>
                  </a:lnTo>
                  <a:lnTo>
                    <a:pt x="2794682" y="206417"/>
                  </a:lnTo>
                  <a:lnTo>
                    <a:pt x="2794478" y="206115"/>
                  </a:lnTo>
                  <a:close/>
                </a:path>
                <a:path extrusionOk="0" h="521335" w="5523230">
                  <a:moveTo>
                    <a:pt x="2794376" y="206115"/>
                  </a:moveTo>
                  <a:lnTo>
                    <a:pt x="2794825" y="206417"/>
                  </a:lnTo>
                  <a:lnTo>
                    <a:pt x="2794998" y="206417"/>
                  </a:lnTo>
                  <a:lnTo>
                    <a:pt x="2794376" y="206115"/>
                  </a:lnTo>
                  <a:close/>
                </a:path>
                <a:path extrusionOk="0" h="521335" w="5523230">
                  <a:moveTo>
                    <a:pt x="2795861" y="202819"/>
                  </a:moveTo>
                  <a:lnTo>
                    <a:pt x="2790698" y="202819"/>
                  </a:lnTo>
                  <a:lnTo>
                    <a:pt x="2792819" y="204668"/>
                  </a:lnTo>
                  <a:lnTo>
                    <a:pt x="2793128" y="205045"/>
                  </a:lnTo>
                  <a:lnTo>
                    <a:pt x="2794827" y="206115"/>
                  </a:lnTo>
                  <a:lnTo>
                    <a:pt x="2794351" y="206115"/>
                  </a:lnTo>
                  <a:lnTo>
                    <a:pt x="2794084" y="205325"/>
                  </a:lnTo>
                  <a:lnTo>
                    <a:pt x="2796588" y="205325"/>
                  </a:lnTo>
                  <a:lnTo>
                    <a:pt x="2796031" y="203073"/>
                  </a:lnTo>
                  <a:lnTo>
                    <a:pt x="2795861" y="202819"/>
                  </a:lnTo>
                  <a:close/>
                </a:path>
                <a:path extrusionOk="0" h="521335" w="5523230">
                  <a:moveTo>
                    <a:pt x="2794560" y="200875"/>
                  </a:moveTo>
                  <a:lnTo>
                    <a:pt x="2572010" y="200875"/>
                  </a:lnTo>
                  <a:lnTo>
                    <a:pt x="2596273" y="205045"/>
                  </a:lnTo>
                  <a:lnTo>
                    <a:pt x="2792660" y="205045"/>
                  </a:lnTo>
                  <a:lnTo>
                    <a:pt x="2792328" y="204668"/>
                  </a:lnTo>
                  <a:lnTo>
                    <a:pt x="2791334" y="203930"/>
                  </a:lnTo>
                  <a:lnTo>
                    <a:pt x="2791677" y="203930"/>
                  </a:lnTo>
                  <a:lnTo>
                    <a:pt x="2790698" y="202819"/>
                  </a:lnTo>
                  <a:lnTo>
                    <a:pt x="2795861" y="202819"/>
                  </a:lnTo>
                  <a:lnTo>
                    <a:pt x="2794560" y="200875"/>
                  </a:lnTo>
                  <a:close/>
                </a:path>
                <a:path extrusionOk="0" h="521335" w="5523230">
                  <a:moveTo>
                    <a:pt x="2790989" y="203073"/>
                  </a:moveTo>
                  <a:lnTo>
                    <a:pt x="2791677" y="203930"/>
                  </a:lnTo>
                  <a:lnTo>
                    <a:pt x="2792076" y="204383"/>
                  </a:lnTo>
                  <a:lnTo>
                    <a:pt x="2793128" y="205045"/>
                  </a:lnTo>
                  <a:lnTo>
                    <a:pt x="2792819" y="204668"/>
                  </a:lnTo>
                  <a:lnTo>
                    <a:pt x="2790989" y="203073"/>
                  </a:lnTo>
                  <a:close/>
                </a:path>
                <a:path extrusionOk="0" h="521335" w="5523230">
                  <a:moveTo>
                    <a:pt x="2791357" y="203930"/>
                  </a:moveTo>
                  <a:lnTo>
                    <a:pt x="2792328" y="204668"/>
                  </a:lnTo>
                  <a:lnTo>
                    <a:pt x="2792076" y="204383"/>
                  </a:lnTo>
                  <a:lnTo>
                    <a:pt x="2791357" y="203930"/>
                  </a:lnTo>
                  <a:close/>
                </a:path>
                <a:path extrusionOk="0" h="521335" w="5523230">
                  <a:moveTo>
                    <a:pt x="2791677" y="203930"/>
                  </a:moveTo>
                  <a:lnTo>
                    <a:pt x="2791357" y="203930"/>
                  </a:lnTo>
                  <a:lnTo>
                    <a:pt x="2792076" y="204383"/>
                  </a:lnTo>
                  <a:lnTo>
                    <a:pt x="2791677" y="203930"/>
                  </a:lnTo>
                  <a:close/>
                </a:path>
                <a:path extrusionOk="0" h="521335" w="5523230">
                  <a:moveTo>
                    <a:pt x="2542209" y="196240"/>
                  </a:moveTo>
                  <a:lnTo>
                    <a:pt x="2574647" y="201328"/>
                  </a:lnTo>
                  <a:lnTo>
                    <a:pt x="2572010" y="200875"/>
                  </a:lnTo>
                  <a:lnTo>
                    <a:pt x="2794560" y="200875"/>
                  </a:lnTo>
                  <a:lnTo>
                    <a:pt x="2791903" y="196908"/>
                  </a:lnTo>
                  <a:lnTo>
                    <a:pt x="2546885" y="196908"/>
                  </a:lnTo>
                  <a:lnTo>
                    <a:pt x="2542209" y="196240"/>
                  </a:lnTo>
                  <a:close/>
                </a:path>
                <a:path extrusionOk="0" h="521335" w="5523230">
                  <a:moveTo>
                    <a:pt x="2511553" y="191844"/>
                  </a:moveTo>
                  <a:lnTo>
                    <a:pt x="2546885" y="196908"/>
                  </a:lnTo>
                  <a:lnTo>
                    <a:pt x="2791903" y="196908"/>
                  </a:lnTo>
                  <a:lnTo>
                    <a:pt x="2789228" y="192912"/>
                  </a:lnTo>
                  <a:lnTo>
                    <a:pt x="2519172" y="192912"/>
                  </a:lnTo>
                  <a:lnTo>
                    <a:pt x="2511553" y="191844"/>
                  </a:lnTo>
                  <a:close/>
                </a:path>
                <a:path extrusionOk="0" h="521335" w="5523230">
                  <a:moveTo>
                    <a:pt x="2515870" y="115570"/>
                  </a:moveTo>
                  <a:lnTo>
                    <a:pt x="2505582" y="191008"/>
                  </a:lnTo>
                  <a:lnTo>
                    <a:pt x="2519172" y="192912"/>
                  </a:lnTo>
                  <a:lnTo>
                    <a:pt x="2789228" y="192912"/>
                  </a:lnTo>
                  <a:lnTo>
                    <a:pt x="2752471" y="166497"/>
                  </a:lnTo>
                  <a:lnTo>
                    <a:pt x="2710053" y="151891"/>
                  </a:lnTo>
                  <a:lnTo>
                    <a:pt x="2654046" y="138557"/>
                  </a:lnTo>
                  <a:lnTo>
                    <a:pt x="2608960" y="129921"/>
                  </a:lnTo>
                  <a:lnTo>
                    <a:pt x="2515870" y="115570"/>
                  </a:lnTo>
                  <a:close/>
                </a:path>
                <a:path extrusionOk="0" h="521335" w="5523230">
                  <a:moveTo>
                    <a:pt x="3019044" y="255015"/>
                  </a:moveTo>
                  <a:lnTo>
                    <a:pt x="3008756" y="330580"/>
                  </a:lnTo>
                  <a:lnTo>
                    <a:pt x="3053715" y="336676"/>
                  </a:lnTo>
                  <a:lnTo>
                    <a:pt x="3084829" y="340487"/>
                  </a:lnTo>
                  <a:lnTo>
                    <a:pt x="3093974" y="264795"/>
                  </a:lnTo>
                  <a:lnTo>
                    <a:pt x="3063739" y="261186"/>
                  </a:lnTo>
                  <a:lnTo>
                    <a:pt x="3064295" y="261186"/>
                  </a:lnTo>
                  <a:lnTo>
                    <a:pt x="3019044" y="255015"/>
                  </a:lnTo>
                  <a:close/>
                </a:path>
                <a:path extrusionOk="0" h="521335" w="5523230">
                  <a:moveTo>
                    <a:pt x="3064295" y="261186"/>
                  </a:moveTo>
                  <a:lnTo>
                    <a:pt x="3063739" y="261186"/>
                  </a:lnTo>
                  <a:lnTo>
                    <a:pt x="3068199" y="261719"/>
                  </a:lnTo>
                  <a:lnTo>
                    <a:pt x="3064295" y="261186"/>
                  </a:lnTo>
                  <a:close/>
                </a:path>
                <a:path extrusionOk="0" h="521335" w="5523230">
                  <a:moveTo>
                    <a:pt x="3320287" y="288163"/>
                  </a:moveTo>
                  <a:lnTo>
                    <a:pt x="3313429" y="364109"/>
                  </a:lnTo>
                  <a:lnTo>
                    <a:pt x="3435984" y="374523"/>
                  </a:lnTo>
                  <a:lnTo>
                    <a:pt x="3617976" y="387730"/>
                  </a:lnTo>
                  <a:lnTo>
                    <a:pt x="3623309" y="311785"/>
                  </a:lnTo>
                  <a:lnTo>
                    <a:pt x="3442079" y="298596"/>
                  </a:lnTo>
                  <a:lnTo>
                    <a:pt x="3442303" y="298596"/>
                  </a:lnTo>
                  <a:lnTo>
                    <a:pt x="3356100" y="291485"/>
                  </a:lnTo>
                  <a:lnTo>
                    <a:pt x="3356327" y="291485"/>
                  </a:lnTo>
                  <a:lnTo>
                    <a:pt x="3320287" y="288163"/>
                  </a:lnTo>
                  <a:close/>
                </a:path>
                <a:path extrusionOk="0" h="521335" w="5523230">
                  <a:moveTo>
                    <a:pt x="3509481" y="303688"/>
                  </a:moveTo>
                  <a:lnTo>
                    <a:pt x="3532501" y="305433"/>
                  </a:lnTo>
                  <a:lnTo>
                    <a:pt x="3534012" y="305433"/>
                  </a:lnTo>
                  <a:lnTo>
                    <a:pt x="3509481" y="303688"/>
                  </a:lnTo>
                  <a:close/>
                </a:path>
                <a:path extrusionOk="0" h="521335" w="5523230">
                  <a:moveTo>
                    <a:pt x="3442303" y="298596"/>
                  </a:moveTo>
                  <a:lnTo>
                    <a:pt x="3442079" y="298596"/>
                  </a:lnTo>
                  <a:lnTo>
                    <a:pt x="3444887" y="298808"/>
                  </a:lnTo>
                  <a:lnTo>
                    <a:pt x="3442303" y="298596"/>
                  </a:lnTo>
                  <a:close/>
                </a:path>
                <a:path extrusionOk="0" h="521335" w="5523230">
                  <a:moveTo>
                    <a:pt x="3356327" y="291485"/>
                  </a:moveTo>
                  <a:lnTo>
                    <a:pt x="3356100" y="291485"/>
                  </a:lnTo>
                  <a:lnTo>
                    <a:pt x="3358256" y="291663"/>
                  </a:lnTo>
                  <a:lnTo>
                    <a:pt x="3356327" y="291485"/>
                  </a:lnTo>
                  <a:close/>
                </a:path>
                <a:path extrusionOk="0" h="521335" w="5523230">
                  <a:moveTo>
                    <a:pt x="3850894" y="325627"/>
                  </a:moveTo>
                  <a:lnTo>
                    <a:pt x="3846829" y="401700"/>
                  </a:lnTo>
                  <a:lnTo>
                    <a:pt x="3922903" y="405891"/>
                  </a:lnTo>
                  <a:lnTo>
                    <a:pt x="3927094" y="329691"/>
                  </a:lnTo>
                  <a:lnTo>
                    <a:pt x="3850894" y="325627"/>
                  </a:lnTo>
                  <a:close/>
                </a:path>
                <a:path extrusionOk="0" h="521335" w="5523230">
                  <a:moveTo>
                    <a:pt x="4155058" y="340613"/>
                  </a:moveTo>
                  <a:lnTo>
                    <a:pt x="4151503" y="416813"/>
                  </a:lnTo>
                  <a:lnTo>
                    <a:pt x="4153788" y="416813"/>
                  </a:lnTo>
                  <a:lnTo>
                    <a:pt x="4456557" y="428244"/>
                  </a:lnTo>
                  <a:lnTo>
                    <a:pt x="4459097" y="352044"/>
                  </a:lnTo>
                  <a:lnTo>
                    <a:pt x="4157328" y="340755"/>
                  </a:lnTo>
                  <a:lnTo>
                    <a:pt x="4155058" y="340613"/>
                  </a:lnTo>
                  <a:close/>
                </a:path>
                <a:path extrusionOk="0" h="521335" w="5523230">
                  <a:moveTo>
                    <a:pt x="4687316" y="358775"/>
                  </a:moveTo>
                  <a:lnTo>
                    <a:pt x="4685410" y="434975"/>
                  </a:lnTo>
                  <a:lnTo>
                    <a:pt x="4759705" y="436879"/>
                  </a:lnTo>
                  <a:lnTo>
                    <a:pt x="4761865" y="436879"/>
                  </a:lnTo>
                  <a:lnTo>
                    <a:pt x="4763261" y="360679"/>
                  </a:lnTo>
                  <a:lnTo>
                    <a:pt x="4761610" y="360679"/>
                  </a:lnTo>
                  <a:lnTo>
                    <a:pt x="4687316" y="358775"/>
                  </a:lnTo>
                  <a:close/>
                </a:path>
                <a:path extrusionOk="0" h="521335" w="5523230">
                  <a:moveTo>
                    <a:pt x="5295010" y="292480"/>
                  </a:moveTo>
                  <a:lnTo>
                    <a:pt x="5294122" y="521080"/>
                  </a:lnTo>
                  <a:lnTo>
                    <a:pt x="5448230" y="444880"/>
                  </a:lnTo>
                  <a:lnTo>
                    <a:pt x="5295773" y="444880"/>
                  </a:lnTo>
                  <a:lnTo>
                    <a:pt x="5296027" y="368680"/>
                  </a:lnTo>
                  <a:lnTo>
                    <a:pt x="5445816" y="368680"/>
                  </a:lnTo>
                  <a:lnTo>
                    <a:pt x="5295010" y="292480"/>
                  </a:lnTo>
                  <a:close/>
                </a:path>
                <a:path extrusionOk="0" h="521335" w="5523230">
                  <a:moveTo>
                    <a:pt x="4991861" y="365125"/>
                  </a:moveTo>
                  <a:lnTo>
                    <a:pt x="4990337" y="441325"/>
                  </a:lnTo>
                  <a:lnTo>
                    <a:pt x="5007483" y="441705"/>
                  </a:lnTo>
                  <a:lnTo>
                    <a:pt x="5275109" y="444880"/>
                  </a:lnTo>
                  <a:lnTo>
                    <a:pt x="5294418" y="444880"/>
                  </a:lnTo>
                  <a:lnTo>
                    <a:pt x="5294714" y="368680"/>
                  </a:lnTo>
                  <a:lnTo>
                    <a:pt x="5265208" y="368680"/>
                  </a:lnTo>
                  <a:lnTo>
                    <a:pt x="5009350" y="365516"/>
                  </a:lnTo>
                  <a:lnTo>
                    <a:pt x="4991861" y="365125"/>
                  </a:lnTo>
                  <a:close/>
                </a:path>
                <a:path extrusionOk="0" h="521335" w="5523230">
                  <a:moveTo>
                    <a:pt x="5445816" y="368680"/>
                  </a:moveTo>
                  <a:lnTo>
                    <a:pt x="5296027" y="368680"/>
                  </a:lnTo>
                  <a:lnTo>
                    <a:pt x="5295896" y="407797"/>
                  </a:lnTo>
                  <a:lnTo>
                    <a:pt x="5295773" y="444880"/>
                  </a:lnTo>
                  <a:lnTo>
                    <a:pt x="5448230" y="444880"/>
                  </a:lnTo>
                  <a:lnTo>
                    <a:pt x="5523230" y="407797"/>
                  </a:lnTo>
                  <a:lnTo>
                    <a:pt x="5445816" y="368680"/>
                  </a:lnTo>
                  <a:close/>
                </a:path>
              </a:pathLst>
            </a:custGeom>
            <a:solidFill>
              <a:srgbClr val="EF6E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8"/>
            <p:cNvSpPr/>
            <p:nvPr/>
          </p:nvSpPr>
          <p:spPr>
            <a:xfrm>
              <a:off x="3533775" y="1743074"/>
              <a:ext cx="4256405" cy="923925"/>
            </a:xfrm>
            <a:custGeom>
              <a:rect b="b" l="l" r="r" t="t"/>
              <a:pathLst>
                <a:path extrusionOk="0" h="923925" w="4256405">
                  <a:moveTo>
                    <a:pt x="648462" y="768350"/>
                  </a:moveTo>
                  <a:lnTo>
                    <a:pt x="646988" y="694690"/>
                  </a:lnTo>
                  <a:lnTo>
                    <a:pt x="646938" y="692150"/>
                  </a:lnTo>
                  <a:lnTo>
                    <a:pt x="609866" y="692924"/>
                  </a:lnTo>
                  <a:lnTo>
                    <a:pt x="342646" y="694690"/>
                  </a:lnTo>
                  <a:lnTo>
                    <a:pt x="342887" y="733425"/>
                  </a:lnTo>
                  <a:lnTo>
                    <a:pt x="336778" y="682802"/>
                  </a:lnTo>
                  <a:lnTo>
                    <a:pt x="319493" y="637311"/>
                  </a:lnTo>
                  <a:lnTo>
                    <a:pt x="292696" y="598741"/>
                  </a:lnTo>
                  <a:lnTo>
                    <a:pt x="258000" y="568947"/>
                  </a:lnTo>
                  <a:lnTo>
                    <a:pt x="217043" y="549744"/>
                  </a:lnTo>
                  <a:lnTo>
                    <a:pt x="171450" y="542925"/>
                  </a:lnTo>
                  <a:lnTo>
                    <a:pt x="125844" y="549744"/>
                  </a:lnTo>
                  <a:lnTo>
                    <a:pt x="84886" y="568947"/>
                  </a:lnTo>
                  <a:lnTo>
                    <a:pt x="50190" y="598754"/>
                  </a:lnTo>
                  <a:lnTo>
                    <a:pt x="23393" y="637311"/>
                  </a:lnTo>
                  <a:lnTo>
                    <a:pt x="6108" y="682802"/>
                  </a:lnTo>
                  <a:lnTo>
                    <a:pt x="0" y="733425"/>
                  </a:lnTo>
                  <a:lnTo>
                    <a:pt x="6108" y="784059"/>
                  </a:lnTo>
                  <a:lnTo>
                    <a:pt x="23393" y="829551"/>
                  </a:lnTo>
                  <a:lnTo>
                    <a:pt x="50190" y="868108"/>
                  </a:lnTo>
                  <a:lnTo>
                    <a:pt x="84886" y="897915"/>
                  </a:lnTo>
                  <a:lnTo>
                    <a:pt x="125844" y="917117"/>
                  </a:lnTo>
                  <a:lnTo>
                    <a:pt x="171450" y="923925"/>
                  </a:lnTo>
                  <a:lnTo>
                    <a:pt x="217043" y="917117"/>
                  </a:lnTo>
                  <a:lnTo>
                    <a:pt x="258000" y="897915"/>
                  </a:lnTo>
                  <a:lnTo>
                    <a:pt x="292696" y="868108"/>
                  </a:lnTo>
                  <a:lnTo>
                    <a:pt x="319493" y="829551"/>
                  </a:lnTo>
                  <a:lnTo>
                    <a:pt x="336778" y="784059"/>
                  </a:lnTo>
                  <a:lnTo>
                    <a:pt x="342887" y="733437"/>
                  </a:lnTo>
                  <a:lnTo>
                    <a:pt x="343128" y="768350"/>
                  </a:lnTo>
                  <a:lnTo>
                    <a:pt x="343154" y="770890"/>
                  </a:lnTo>
                  <a:lnTo>
                    <a:pt x="611378" y="768985"/>
                  </a:lnTo>
                  <a:lnTo>
                    <a:pt x="648462" y="768350"/>
                  </a:lnTo>
                  <a:close/>
                </a:path>
                <a:path extrusionOk="0" h="923925" w="4256405">
                  <a:moveTo>
                    <a:pt x="1182497" y="753491"/>
                  </a:moveTo>
                  <a:lnTo>
                    <a:pt x="1179385" y="679196"/>
                  </a:lnTo>
                  <a:lnTo>
                    <a:pt x="1179322" y="677418"/>
                  </a:lnTo>
                  <a:lnTo>
                    <a:pt x="875538" y="687578"/>
                  </a:lnTo>
                  <a:lnTo>
                    <a:pt x="876744" y="753491"/>
                  </a:lnTo>
                  <a:lnTo>
                    <a:pt x="876858" y="759968"/>
                  </a:lnTo>
                  <a:lnTo>
                    <a:pt x="876935" y="763778"/>
                  </a:lnTo>
                  <a:lnTo>
                    <a:pt x="877697" y="763778"/>
                  </a:lnTo>
                  <a:lnTo>
                    <a:pt x="1182497" y="753491"/>
                  </a:lnTo>
                  <a:close/>
                </a:path>
                <a:path extrusionOk="0" h="923925" w="4256405">
                  <a:moveTo>
                    <a:pt x="1716024" y="724662"/>
                  </a:moveTo>
                  <a:lnTo>
                    <a:pt x="1711274" y="653694"/>
                  </a:lnTo>
                  <a:lnTo>
                    <a:pt x="1711274" y="653567"/>
                  </a:lnTo>
                  <a:lnTo>
                    <a:pt x="1710944" y="648589"/>
                  </a:lnTo>
                  <a:lnTo>
                    <a:pt x="1636064" y="653694"/>
                  </a:lnTo>
                  <a:lnTo>
                    <a:pt x="1638300" y="653567"/>
                  </a:lnTo>
                  <a:lnTo>
                    <a:pt x="1407160" y="666877"/>
                  </a:lnTo>
                  <a:lnTo>
                    <a:pt x="1411224" y="742950"/>
                  </a:lnTo>
                  <a:lnTo>
                    <a:pt x="1716024" y="724662"/>
                  </a:lnTo>
                  <a:close/>
                </a:path>
                <a:path extrusionOk="0" h="923925" w="4256405">
                  <a:moveTo>
                    <a:pt x="2248916" y="679450"/>
                  </a:moveTo>
                  <a:lnTo>
                    <a:pt x="2243467" y="627913"/>
                  </a:lnTo>
                  <a:lnTo>
                    <a:pt x="2243442" y="627659"/>
                  </a:lnTo>
                  <a:lnTo>
                    <a:pt x="2242439" y="618134"/>
                  </a:lnTo>
                  <a:lnTo>
                    <a:pt x="2242413" y="617880"/>
                  </a:lnTo>
                  <a:lnTo>
                    <a:pt x="2240915" y="603631"/>
                  </a:lnTo>
                  <a:lnTo>
                    <a:pt x="2095677" y="618058"/>
                  </a:lnTo>
                  <a:lnTo>
                    <a:pt x="2094890" y="618134"/>
                  </a:lnTo>
                  <a:lnTo>
                    <a:pt x="1984552" y="627913"/>
                  </a:lnTo>
                  <a:lnTo>
                    <a:pt x="1987677" y="627659"/>
                  </a:lnTo>
                  <a:lnTo>
                    <a:pt x="1938401" y="631698"/>
                  </a:lnTo>
                  <a:lnTo>
                    <a:pt x="1944497" y="707644"/>
                  </a:lnTo>
                  <a:lnTo>
                    <a:pt x="2104898" y="693674"/>
                  </a:lnTo>
                  <a:lnTo>
                    <a:pt x="2248916" y="679450"/>
                  </a:lnTo>
                  <a:close/>
                </a:path>
                <a:path extrusionOk="0" h="923925" w="4256405">
                  <a:moveTo>
                    <a:pt x="2780284" y="608711"/>
                  </a:moveTo>
                  <a:lnTo>
                    <a:pt x="2774124" y="574433"/>
                  </a:lnTo>
                  <a:lnTo>
                    <a:pt x="2774048" y="573963"/>
                  </a:lnTo>
                  <a:lnTo>
                    <a:pt x="2771991" y="562483"/>
                  </a:lnTo>
                  <a:lnTo>
                    <a:pt x="2771876" y="561898"/>
                  </a:lnTo>
                  <a:lnTo>
                    <a:pt x="2766822" y="533654"/>
                  </a:lnTo>
                  <a:lnTo>
                    <a:pt x="2750515" y="536575"/>
                  </a:lnTo>
                  <a:lnTo>
                    <a:pt x="2674188" y="548970"/>
                  </a:lnTo>
                  <a:lnTo>
                    <a:pt x="2673540" y="549071"/>
                  </a:lnTo>
                  <a:lnTo>
                    <a:pt x="2670454" y="549516"/>
                  </a:lnTo>
                  <a:lnTo>
                    <a:pt x="2670759" y="549516"/>
                  </a:lnTo>
                  <a:lnTo>
                    <a:pt x="2582748" y="562457"/>
                  </a:lnTo>
                  <a:lnTo>
                    <a:pt x="2582557" y="562483"/>
                  </a:lnTo>
                  <a:lnTo>
                    <a:pt x="2494127" y="574433"/>
                  </a:lnTo>
                  <a:lnTo>
                    <a:pt x="2467356" y="577723"/>
                  </a:lnTo>
                  <a:lnTo>
                    <a:pt x="2476754" y="653415"/>
                  </a:lnTo>
                  <a:lnTo>
                    <a:pt x="2597785" y="637286"/>
                  </a:lnTo>
                  <a:lnTo>
                    <a:pt x="2682494" y="624713"/>
                  </a:lnTo>
                  <a:lnTo>
                    <a:pt x="2762123" y="611886"/>
                  </a:lnTo>
                  <a:lnTo>
                    <a:pt x="2780284" y="608711"/>
                  </a:lnTo>
                  <a:close/>
                </a:path>
                <a:path extrusionOk="0" h="923925" w="4256405">
                  <a:moveTo>
                    <a:pt x="3242983" y="421640"/>
                  </a:moveTo>
                  <a:lnTo>
                    <a:pt x="3161284" y="421640"/>
                  </a:lnTo>
                  <a:lnTo>
                    <a:pt x="3160890" y="421640"/>
                  </a:lnTo>
                  <a:lnTo>
                    <a:pt x="3156762" y="424853"/>
                  </a:lnTo>
                  <a:lnTo>
                    <a:pt x="3158363" y="423799"/>
                  </a:lnTo>
                  <a:lnTo>
                    <a:pt x="3155823" y="425577"/>
                  </a:lnTo>
                  <a:lnTo>
                    <a:pt x="3156762" y="424853"/>
                  </a:lnTo>
                  <a:lnTo>
                    <a:pt x="3148431" y="430314"/>
                  </a:lnTo>
                  <a:lnTo>
                    <a:pt x="3149600" y="429641"/>
                  </a:lnTo>
                  <a:lnTo>
                    <a:pt x="3147314" y="431038"/>
                  </a:lnTo>
                  <a:lnTo>
                    <a:pt x="3148431" y="430314"/>
                  </a:lnTo>
                  <a:lnTo>
                    <a:pt x="3137535" y="436499"/>
                  </a:lnTo>
                  <a:lnTo>
                    <a:pt x="3138678" y="435991"/>
                  </a:lnTo>
                  <a:lnTo>
                    <a:pt x="3136900" y="436880"/>
                  </a:lnTo>
                  <a:lnTo>
                    <a:pt x="3136608" y="437007"/>
                  </a:lnTo>
                  <a:lnTo>
                    <a:pt x="3125266" y="442569"/>
                  </a:lnTo>
                  <a:lnTo>
                    <a:pt x="3110865" y="448818"/>
                  </a:lnTo>
                  <a:lnTo>
                    <a:pt x="3109798" y="449275"/>
                  </a:lnTo>
                  <a:lnTo>
                    <a:pt x="3093872" y="455485"/>
                  </a:lnTo>
                  <a:lnTo>
                    <a:pt x="3092145" y="456095"/>
                  </a:lnTo>
                  <a:lnTo>
                    <a:pt x="3092666" y="455955"/>
                  </a:lnTo>
                  <a:lnTo>
                    <a:pt x="3092297" y="456095"/>
                  </a:lnTo>
                  <a:lnTo>
                    <a:pt x="3074822" y="462292"/>
                  </a:lnTo>
                  <a:lnTo>
                    <a:pt x="3072727" y="462965"/>
                  </a:lnTo>
                  <a:lnTo>
                    <a:pt x="3073412" y="462800"/>
                  </a:lnTo>
                  <a:lnTo>
                    <a:pt x="3072917" y="462965"/>
                  </a:lnTo>
                  <a:lnTo>
                    <a:pt x="3050984" y="470001"/>
                  </a:lnTo>
                  <a:lnTo>
                    <a:pt x="3031845" y="475754"/>
                  </a:lnTo>
                  <a:lnTo>
                    <a:pt x="3028670" y="476631"/>
                  </a:lnTo>
                  <a:lnTo>
                    <a:pt x="3028886" y="476631"/>
                  </a:lnTo>
                  <a:lnTo>
                    <a:pt x="3004070" y="483565"/>
                  </a:lnTo>
                  <a:lnTo>
                    <a:pt x="2987675" y="487807"/>
                  </a:lnTo>
                  <a:lnTo>
                    <a:pt x="3006979" y="561467"/>
                  </a:lnTo>
                  <a:lnTo>
                    <a:pt x="3050413" y="549783"/>
                  </a:lnTo>
                  <a:lnTo>
                    <a:pt x="3097644" y="535051"/>
                  </a:lnTo>
                  <a:lnTo>
                    <a:pt x="3138551" y="519938"/>
                  </a:lnTo>
                  <a:lnTo>
                    <a:pt x="3173222" y="503809"/>
                  </a:lnTo>
                  <a:lnTo>
                    <a:pt x="3214116" y="476631"/>
                  </a:lnTo>
                  <a:lnTo>
                    <a:pt x="3240913" y="436499"/>
                  </a:lnTo>
                  <a:lnTo>
                    <a:pt x="3240976" y="435991"/>
                  </a:lnTo>
                  <a:lnTo>
                    <a:pt x="3241700" y="431038"/>
                  </a:lnTo>
                  <a:lnTo>
                    <a:pt x="3241802" y="430314"/>
                  </a:lnTo>
                  <a:lnTo>
                    <a:pt x="3241903" y="429641"/>
                  </a:lnTo>
                  <a:lnTo>
                    <a:pt x="3242500" y="425577"/>
                  </a:lnTo>
                  <a:lnTo>
                    <a:pt x="3242754" y="423799"/>
                  </a:lnTo>
                  <a:lnTo>
                    <a:pt x="3242945" y="422529"/>
                  </a:lnTo>
                  <a:lnTo>
                    <a:pt x="3242983" y="421640"/>
                  </a:lnTo>
                  <a:close/>
                </a:path>
                <a:path extrusionOk="0" h="923925" w="4256405">
                  <a:moveTo>
                    <a:pt x="3243592" y="413156"/>
                  </a:moveTo>
                  <a:lnTo>
                    <a:pt x="3243453" y="413473"/>
                  </a:lnTo>
                  <a:lnTo>
                    <a:pt x="3243440" y="413727"/>
                  </a:lnTo>
                  <a:lnTo>
                    <a:pt x="3243592" y="413473"/>
                  </a:lnTo>
                  <a:lnTo>
                    <a:pt x="3243592" y="413156"/>
                  </a:lnTo>
                  <a:close/>
                </a:path>
                <a:path extrusionOk="0" h="923925" w="4256405">
                  <a:moveTo>
                    <a:pt x="3258185" y="384302"/>
                  </a:moveTo>
                  <a:lnTo>
                    <a:pt x="3197225" y="338582"/>
                  </a:lnTo>
                  <a:lnTo>
                    <a:pt x="3191891" y="345694"/>
                  </a:lnTo>
                  <a:lnTo>
                    <a:pt x="3185795" y="355092"/>
                  </a:lnTo>
                  <a:lnTo>
                    <a:pt x="3180334" y="364744"/>
                  </a:lnTo>
                  <a:lnTo>
                    <a:pt x="3175635" y="375158"/>
                  </a:lnTo>
                  <a:lnTo>
                    <a:pt x="3171952" y="385572"/>
                  </a:lnTo>
                  <a:lnTo>
                    <a:pt x="3169285" y="395884"/>
                  </a:lnTo>
                  <a:lnTo>
                    <a:pt x="3169285" y="412115"/>
                  </a:lnTo>
                  <a:lnTo>
                    <a:pt x="3168802" y="412965"/>
                  </a:lnTo>
                  <a:lnTo>
                    <a:pt x="3168396" y="413423"/>
                  </a:lnTo>
                  <a:lnTo>
                    <a:pt x="3168396" y="414274"/>
                  </a:lnTo>
                  <a:lnTo>
                    <a:pt x="3168243" y="414451"/>
                  </a:lnTo>
                  <a:lnTo>
                    <a:pt x="3167875" y="414820"/>
                  </a:lnTo>
                  <a:lnTo>
                    <a:pt x="3167621" y="415074"/>
                  </a:lnTo>
                  <a:lnTo>
                    <a:pt x="3167303" y="415467"/>
                  </a:lnTo>
                  <a:lnTo>
                    <a:pt x="3167075" y="415671"/>
                  </a:lnTo>
                  <a:lnTo>
                    <a:pt x="3167621" y="415074"/>
                  </a:lnTo>
                  <a:lnTo>
                    <a:pt x="3167977" y="414451"/>
                  </a:lnTo>
                  <a:lnTo>
                    <a:pt x="3168015" y="414274"/>
                  </a:lnTo>
                  <a:lnTo>
                    <a:pt x="3168319" y="413816"/>
                  </a:lnTo>
                  <a:lnTo>
                    <a:pt x="3168065" y="414274"/>
                  </a:lnTo>
                  <a:lnTo>
                    <a:pt x="3167977" y="414451"/>
                  </a:lnTo>
                  <a:lnTo>
                    <a:pt x="3167875" y="414820"/>
                  </a:lnTo>
                  <a:lnTo>
                    <a:pt x="3168396" y="414274"/>
                  </a:lnTo>
                  <a:lnTo>
                    <a:pt x="3168396" y="413423"/>
                  </a:lnTo>
                  <a:lnTo>
                    <a:pt x="3168180" y="413727"/>
                  </a:lnTo>
                  <a:lnTo>
                    <a:pt x="3168243" y="413473"/>
                  </a:lnTo>
                  <a:lnTo>
                    <a:pt x="3168700" y="412965"/>
                  </a:lnTo>
                  <a:lnTo>
                    <a:pt x="3169285" y="412115"/>
                  </a:lnTo>
                  <a:lnTo>
                    <a:pt x="3169285" y="395884"/>
                  </a:lnTo>
                  <a:lnTo>
                    <a:pt x="3169158" y="396367"/>
                  </a:lnTo>
                  <a:lnTo>
                    <a:pt x="3168904" y="397967"/>
                  </a:lnTo>
                  <a:lnTo>
                    <a:pt x="3168904" y="411099"/>
                  </a:lnTo>
                  <a:lnTo>
                    <a:pt x="3168726" y="411721"/>
                  </a:lnTo>
                  <a:lnTo>
                    <a:pt x="3168535" y="411949"/>
                  </a:lnTo>
                  <a:lnTo>
                    <a:pt x="3168904" y="411099"/>
                  </a:lnTo>
                  <a:lnTo>
                    <a:pt x="3168904" y="397967"/>
                  </a:lnTo>
                  <a:lnTo>
                    <a:pt x="3167672" y="405714"/>
                  </a:lnTo>
                  <a:lnTo>
                    <a:pt x="3167672" y="414451"/>
                  </a:lnTo>
                  <a:lnTo>
                    <a:pt x="3167418" y="414820"/>
                  </a:lnTo>
                  <a:lnTo>
                    <a:pt x="3167253" y="414997"/>
                  </a:lnTo>
                  <a:lnTo>
                    <a:pt x="3167303" y="414820"/>
                  </a:lnTo>
                  <a:lnTo>
                    <a:pt x="3167672" y="414451"/>
                  </a:lnTo>
                  <a:lnTo>
                    <a:pt x="3167672" y="405714"/>
                  </a:lnTo>
                  <a:lnTo>
                    <a:pt x="3167380" y="407543"/>
                  </a:lnTo>
                  <a:lnTo>
                    <a:pt x="3167253" y="409829"/>
                  </a:lnTo>
                  <a:lnTo>
                    <a:pt x="3167126" y="411962"/>
                  </a:lnTo>
                  <a:lnTo>
                    <a:pt x="3166999" y="414274"/>
                  </a:lnTo>
                  <a:lnTo>
                    <a:pt x="3167202" y="413727"/>
                  </a:lnTo>
                  <a:lnTo>
                    <a:pt x="3167151" y="414274"/>
                  </a:lnTo>
                  <a:lnTo>
                    <a:pt x="3167062" y="415074"/>
                  </a:lnTo>
                  <a:lnTo>
                    <a:pt x="3166935" y="415353"/>
                  </a:lnTo>
                  <a:lnTo>
                    <a:pt x="3166935" y="415785"/>
                  </a:lnTo>
                  <a:lnTo>
                    <a:pt x="3166897" y="416179"/>
                  </a:lnTo>
                  <a:lnTo>
                    <a:pt x="3166897" y="416585"/>
                  </a:lnTo>
                  <a:lnTo>
                    <a:pt x="3166770" y="416814"/>
                  </a:lnTo>
                  <a:lnTo>
                    <a:pt x="3166364" y="417322"/>
                  </a:lnTo>
                  <a:lnTo>
                    <a:pt x="3165729" y="418465"/>
                  </a:lnTo>
                  <a:lnTo>
                    <a:pt x="3165995" y="417830"/>
                  </a:lnTo>
                  <a:lnTo>
                    <a:pt x="3166364" y="417322"/>
                  </a:lnTo>
                  <a:lnTo>
                    <a:pt x="3166783" y="416585"/>
                  </a:lnTo>
                  <a:lnTo>
                    <a:pt x="3166859" y="416179"/>
                  </a:lnTo>
                  <a:lnTo>
                    <a:pt x="3166897" y="415886"/>
                  </a:lnTo>
                  <a:lnTo>
                    <a:pt x="3166707" y="416179"/>
                  </a:lnTo>
                  <a:lnTo>
                    <a:pt x="3166834" y="415886"/>
                  </a:lnTo>
                  <a:lnTo>
                    <a:pt x="3166935" y="415353"/>
                  </a:lnTo>
                  <a:lnTo>
                    <a:pt x="3166719" y="415810"/>
                  </a:lnTo>
                  <a:lnTo>
                    <a:pt x="3166541" y="416090"/>
                  </a:lnTo>
                  <a:lnTo>
                    <a:pt x="3166541" y="416585"/>
                  </a:lnTo>
                  <a:lnTo>
                    <a:pt x="3166440" y="416814"/>
                  </a:lnTo>
                  <a:lnTo>
                    <a:pt x="3165970" y="417283"/>
                  </a:lnTo>
                  <a:lnTo>
                    <a:pt x="3166541" y="416585"/>
                  </a:lnTo>
                  <a:lnTo>
                    <a:pt x="3166541" y="416090"/>
                  </a:lnTo>
                  <a:lnTo>
                    <a:pt x="3166033" y="416814"/>
                  </a:lnTo>
                  <a:lnTo>
                    <a:pt x="3165449" y="417322"/>
                  </a:lnTo>
                  <a:lnTo>
                    <a:pt x="3162414" y="420471"/>
                  </a:lnTo>
                  <a:lnTo>
                    <a:pt x="3162135" y="420751"/>
                  </a:lnTo>
                  <a:lnTo>
                    <a:pt x="3162262" y="420751"/>
                  </a:lnTo>
                  <a:lnTo>
                    <a:pt x="3166237" y="420751"/>
                  </a:lnTo>
                  <a:lnTo>
                    <a:pt x="3166402" y="419481"/>
                  </a:lnTo>
                  <a:lnTo>
                    <a:pt x="3164205" y="419481"/>
                  </a:lnTo>
                  <a:lnTo>
                    <a:pt x="3163684" y="419481"/>
                  </a:lnTo>
                  <a:lnTo>
                    <a:pt x="3164814" y="418465"/>
                  </a:lnTo>
                  <a:lnTo>
                    <a:pt x="3165335" y="417830"/>
                  </a:lnTo>
                  <a:lnTo>
                    <a:pt x="3165043" y="418261"/>
                  </a:lnTo>
                  <a:lnTo>
                    <a:pt x="3164814" y="418465"/>
                  </a:lnTo>
                  <a:lnTo>
                    <a:pt x="3165017" y="418465"/>
                  </a:lnTo>
                  <a:lnTo>
                    <a:pt x="3164878" y="418630"/>
                  </a:lnTo>
                  <a:lnTo>
                    <a:pt x="3166516" y="418630"/>
                  </a:lnTo>
                  <a:lnTo>
                    <a:pt x="3166402" y="419481"/>
                  </a:lnTo>
                  <a:lnTo>
                    <a:pt x="3166275" y="420471"/>
                  </a:lnTo>
                  <a:lnTo>
                    <a:pt x="3166580" y="419481"/>
                  </a:lnTo>
                  <a:lnTo>
                    <a:pt x="3166313" y="420471"/>
                  </a:lnTo>
                  <a:lnTo>
                    <a:pt x="3166237" y="420751"/>
                  </a:lnTo>
                  <a:lnTo>
                    <a:pt x="3243034" y="420751"/>
                  </a:lnTo>
                  <a:lnTo>
                    <a:pt x="3243161" y="418630"/>
                  </a:lnTo>
                  <a:lnTo>
                    <a:pt x="3243237" y="417322"/>
                  </a:lnTo>
                  <a:lnTo>
                    <a:pt x="3243313" y="415886"/>
                  </a:lnTo>
                  <a:lnTo>
                    <a:pt x="3243364" y="415074"/>
                  </a:lnTo>
                  <a:lnTo>
                    <a:pt x="3243186" y="415886"/>
                  </a:lnTo>
                  <a:lnTo>
                    <a:pt x="3243059" y="416585"/>
                  </a:lnTo>
                  <a:lnTo>
                    <a:pt x="3242945" y="417322"/>
                  </a:lnTo>
                  <a:lnTo>
                    <a:pt x="3243034" y="416585"/>
                  </a:lnTo>
                  <a:lnTo>
                    <a:pt x="3243135" y="415886"/>
                  </a:lnTo>
                  <a:lnTo>
                    <a:pt x="3243237" y="415074"/>
                  </a:lnTo>
                  <a:lnTo>
                    <a:pt x="3243338" y="414274"/>
                  </a:lnTo>
                  <a:lnTo>
                    <a:pt x="3243453" y="413473"/>
                  </a:lnTo>
                  <a:lnTo>
                    <a:pt x="3243503" y="412115"/>
                  </a:lnTo>
                  <a:lnTo>
                    <a:pt x="3243554" y="411708"/>
                  </a:lnTo>
                  <a:lnTo>
                    <a:pt x="3243542" y="412673"/>
                  </a:lnTo>
                  <a:lnTo>
                    <a:pt x="3243808" y="412115"/>
                  </a:lnTo>
                  <a:lnTo>
                    <a:pt x="3243897" y="411708"/>
                  </a:lnTo>
                  <a:lnTo>
                    <a:pt x="3243707" y="411949"/>
                  </a:lnTo>
                  <a:lnTo>
                    <a:pt x="3243770" y="411708"/>
                  </a:lnTo>
                  <a:lnTo>
                    <a:pt x="3243910" y="411099"/>
                  </a:lnTo>
                  <a:lnTo>
                    <a:pt x="3244215" y="409829"/>
                  </a:lnTo>
                  <a:lnTo>
                    <a:pt x="3244024" y="410921"/>
                  </a:lnTo>
                  <a:lnTo>
                    <a:pt x="3244367" y="409829"/>
                  </a:lnTo>
                  <a:lnTo>
                    <a:pt x="3244481" y="409321"/>
                  </a:lnTo>
                  <a:lnTo>
                    <a:pt x="3244773" y="408165"/>
                  </a:lnTo>
                  <a:lnTo>
                    <a:pt x="3244342" y="409321"/>
                  </a:lnTo>
                  <a:lnTo>
                    <a:pt x="3245231" y="406273"/>
                  </a:lnTo>
                  <a:lnTo>
                    <a:pt x="3244913" y="407543"/>
                  </a:lnTo>
                  <a:lnTo>
                    <a:pt x="3245383" y="406273"/>
                  </a:lnTo>
                  <a:lnTo>
                    <a:pt x="3245777" y="405130"/>
                  </a:lnTo>
                  <a:lnTo>
                    <a:pt x="3246285" y="403682"/>
                  </a:lnTo>
                  <a:lnTo>
                    <a:pt x="3245612" y="405130"/>
                  </a:lnTo>
                  <a:lnTo>
                    <a:pt x="3246882" y="401955"/>
                  </a:lnTo>
                  <a:lnTo>
                    <a:pt x="3246285" y="403682"/>
                  </a:lnTo>
                  <a:lnTo>
                    <a:pt x="3247085" y="401955"/>
                  </a:lnTo>
                  <a:lnTo>
                    <a:pt x="3247618" y="400812"/>
                  </a:lnTo>
                  <a:lnTo>
                    <a:pt x="3248063" y="399719"/>
                  </a:lnTo>
                  <a:lnTo>
                    <a:pt x="3249041" y="397764"/>
                  </a:lnTo>
                  <a:lnTo>
                    <a:pt x="3248126" y="399719"/>
                  </a:lnTo>
                  <a:lnTo>
                    <a:pt x="3249218" y="397764"/>
                  </a:lnTo>
                  <a:lnTo>
                    <a:pt x="3250438" y="395605"/>
                  </a:lnTo>
                  <a:lnTo>
                    <a:pt x="3251212" y="394233"/>
                  </a:lnTo>
                  <a:lnTo>
                    <a:pt x="3250311" y="395605"/>
                  </a:lnTo>
                  <a:lnTo>
                    <a:pt x="3251581" y="393573"/>
                  </a:lnTo>
                  <a:lnTo>
                    <a:pt x="3253803" y="390271"/>
                  </a:lnTo>
                  <a:lnTo>
                    <a:pt x="3254933" y="388543"/>
                  </a:lnTo>
                  <a:lnTo>
                    <a:pt x="3253613" y="390271"/>
                  </a:lnTo>
                  <a:lnTo>
                    <a:pt x="3255137" y="388239"/>
                  </a:lnTo>
                  <a:lnTo>
                    <a:pt x="3258185" y="384302"/>
                  </a:lnTo>
                  <a:close/>
                </a:path>
                <a:path extrusionOk="0" h="923925" w="4256405">
                  <a:moveTo>
                    <a:pt x="3620020" y="218643"/>
                  </a:moveTo>
                  <a:lnTo>
                    <a:pt x="3619271" y="218782"/>
                  </a:lnTo>
                  <a:lnTo>
                    <a:pt x="3616820" y="219417"/>
                  </a:lnTo>
                  <a:lnTo>
                    <a:pt x="3620020" y="218643"/>
                  </a:lnTo>
                  <a:close/>
                </a:path>
                <a:path extrusionOk="0" h="923925" w="4256405">
                  <a:moveTo>
                    <a:pt x="3720084" y="195961"/>
                  </a:moveTo>
                  <a:lnTo>
                    <a:pt x="3704971" y="121158"/>
                  </a:lnTo>
                  <a:lnTo>
                    <a:pt x="3684651" y="125349"/>
                  </a:lnTo>
                  <a:lnTo>
                    <a:pt x="3642233" y="134874"/>
                  </a:lnTo>
                  <a:lnTo>
                    <a:pt x="3601085" y="144780"/>
                  </a:lnTo>
                  <a:lnTo>
                    <a:pt x="3561080" y="155321"/>
                  </a:lnTo>
                  <a:lnTo>
                    <a:pt x="3522599" y="166370"/>
                  </a:lnTo>
                  <a:lnTo>
                    <a:pt x="3485642" y="177927"/>
                  </a:lnTo>
                  <a:lnTo>
                    <a:pt x="3416300" y="202438"/>
                  </a:lnTo>
                  <a:lnTo>
                    <a:pt x="3405632" y="206629"/>
                  </a:lnTo>
                  <a:lnTo>
                    <a:pt x="3434080" y="277368"/>
                  </a:lnTo>
                  <a:lnTo>
                    <a:pt x="3443998" y="273392"/>
                  </a:lnTo>
                  <a:lnTo>
                    <a:pt x="3475291" y="261874"/>
                  </a:lnTo>
                  <a:lnTo>
                    <a:pt x="3475952" y="261632"/>
                  </a:lnTo>
                  <a:lnTo>
                    <a:pt x="3476129" y="261581"/>
                  </a:lnTo>
                  <a:lnTo>
                    <a:pt x="3477514" y="261061"/>
                  </a:lnTo>
                  <a:lnTo>
                    <a:pt x="3543185" y="239788"/>
                  </a:lnTo>
                  <a:lnTo>
                    <a:pt x="3581781" y="228600"/>
                  </a:lnTo>
                  <a:lnTo>
                    <a:pt x="3616553" y="219494"/>
                  </a:lnTo>
                  <a:lnTo>
                    <a:pt x="3616820" y="219417"/>
                  </a:lnTo>
                  <a:lnTo>
                    <a:pt x="3619220" y="218782"/>
                  </a:lnTo>
                  <a:lnTo>
                    <a:pt x="3653332" y="210515"/>
                  </a:lnTo>
                  <a:lnTo>
                    <a:pt x="3653459" y="210489"/>
                  </a:lnTo>
                  <a:lnTo>
                    <a:pt x="3659657" y="209080"/>
                  </a:lnTo>
                  <a:lnTo>
                    <a:pt x="3659263" y="209080"/>
                  </a:lnTo>
                  <a:lnTo>
                    <a:pt x="3701732" y="199593"/>
                  </a:lnTo>
                  <a:lnTo>
                    <a:pt x="3720084" y="195961"/>
                  </a:lnTo>
                  <a:close/>
                </a:path>
                <a:path extrusionOk="0" h="923925" w="4256405">
                  <a:moveTo>
                    <a:pt x="4256024" y="104394"/>
                  </a:moveTo>
                  <a:lnTo>
                    <a:pt x="4189031" y="74422"/>
                  </a:lnTo>
                  <a:lnTo>
                    <a:pt x="4022725" y="0"/>
                  </a:lnTo>
                  <a:lnTo>
                    <a:pt x="4025900" y="74422"/>
                  </a:lnTo>
                  <a:lnTo>
                    <a:pt x="4026001" y="76517"/>
                  </a:lnTo>
                  <a:lnTo>
                    <a:pt x="4008882" y="77470"/>
                  </a:lnTo>
                  <a:lnTo>
                    <a:pt x="3959987" y="82169"/>
                  </a:lnTo>
                  <a:lnTo>
                    <a:pt x="3934079" y="85217"/>
                  </a:lnTo>
                  <a:lnTo>
                    <a:pt x="3942588" y="160909"/>
                  </a:lnTo>
                  <a:lnTo>
                    <a:pt x="3967734" y="158051"/>
                  </a:lnTo>
                  <a:lnTo>
                    <a:pt x="3970642" y="157721"/>
                  </a:lnTo>
                  <a:lnTo>
                    <a:pt x="4014165" y="153543"/>
                  </a:lnTo>
                  <a:lnTo>
                    <a:pt x="4013822" y="153543"/>
                  </a:lnTo>
                  <a:lnTo>
                    <a:pt x="4029252" y="152717"/>
                  </a:lnTo>
                  <a:lnTo>
                    <a:pt x="4026039" y="77470"/>
                  </a:lnTo>
                  <a:lnTo>
                    <a:pt x="4029164" y="150622"/>
                  </a:lnTo>
                  <a:lnTo>
                    <a:pt x="4029252" y="152717"/>
                  </a:lnTo>
                  <a:lnTo>
                    <a:pt x="4032504" y="228346"/>
                  </a:lnTo>
                  <a:lnTo>
                    <a:pt x="4256024" y="104394"/>
                  </a:lnTo>
                  <a:close/>
                </a:path>
              </a:pathLst>
            </a:custGeom>
            <a:solidFill>
              <a:srgbClr val="00AF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3" name="Google Shape;353;p38"/>
          <p:cNvSpPr txBox="1"/>
          <p:nvPr/>
        </p:nvSpPr>
        <p:spPr>
          <a:xfrm>
            <a:off x="941686" y="2308416"/>
            <a:ext cx="1287290" cy="408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9525" lvl="0" marL="12065" marR="5080" rtl="0" algn="ctr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IN" sz="13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Fairness constraint space</a:t>
            </a:r>
            <a:endParaRPr b="0" i="0" sz="13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54" name="Google Shape;35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8244" y="2687875"/>
            <a:ext cx="3903061" cy="96378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8"/>
          <p:cNvSpPr txBox="1"/>
          <p:nvPr/>
        </p:nvSpPr>
        <p:spPr>
          <a:xfrm>
            <a:off x="2137807" y="2255438"/>
            <a:ext cx="58591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`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56" name="Google Shape;356;p38"/>
          <p:cNvSpPr txBox="1"/>
          <p:nvPr/>
        </p:nvSpPr>
        <p:spPr>
          <a:xfrm>
            <a:off x="3306013" y="1177052"/>
            <a:ext cx="2907631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5862B8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Original Loss function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57" name="Google Shape;357;p38"/>
          <p:cNvSpPr txBox="1"/>
          <p:nvPr/>
        </p:nvSpPr>
        <p:spPr>
          <a:xfrm>
            <a:off x="3601954" y="2476968"/>
            <a:ext cx="2973994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5862B8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Perturbed Loss function</a:t>
            </a:r>
            <a:endParaRPr b="0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9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364" name="Google Shape;364;p39"/>
          <p:cNvGrpSpPr/>
          <p:nvPr/>
        </p:nvGrpSpPr>
        <p:grpSpPr>
          <a:xfrm>
            <a:off x="626144" y="1240756"/>
            <a:ext cx="2111375" cy="2010410"/>
            <a:chOff x="866775" y="2828925"/>
            <a:chExt cx="2111375" cy="2010410"/>
          </a:xfrm>
        </p:grpSpPr>
        <p:sp>
          <p:nvSpPr>
            <p:cNvPr id="365" name="Google Shape;365;p39"/>
            <p:cNvSpPr/>
            <p:nvPr/>
          </p:nvSpPr>
          <p:spPr>
            <a:xfrm>
              <a:off x="866775" y="2828925"/>
              <a:ext cx="2111375" cy="2010410"/>
            </a:xfrm>
            <a:custGeom>
              <a:rect b="b" l="l" r="r" t="t"/>
              <a:pathLst>
                <a:path extrusionOk="0" h="2010410" w="2111375">
                  <a:moveTo>
                    <a:pt x="0" y="2010029"/>
                  </a:moveTo>
                  <a:lnTo>
                    <a:pt x="2111375" y="0"/>
                  </a:lnTo>
                </a:path>
              </a:pathLst>
            </a:custGeom>
            <a:noFill/>
            <a:ln cap="flat" cmpd="sng" w="57150">
              <a:solidFill>
                <a:srgbClr val="4966A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9"/>
            <p:cNvSpPr/>
            <p:nvPr/>
          </p:nvSpPr>
          <p:spPr>
            <a:xfrm>
              <a:off x="1538351" y="3148075"/>
              <a:ext cx="247650" cy="304800"/>
            </a:xfrm>
            <a:custGeom>
              <a:rect b="b" l="l" r="r" t="t"/>
              <a:pathLst>
                <a:path extrusionOk="0" h="304800" w="247650">
                  <a:moveTo>
                    <a:pt x="123825" y="0"/>
                  </a:moveTo>
                  <a:lnTo>
                    <a:pt x="0" y="304800"/>
                  </a:lnTo>
                  <a:lnTo>
                    <a:pt x="247650" y="304800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A3D6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9"/>
            <p:cNvSpPr/>
            <p:nvPr/>
          </p:nvSpPr>
          <p:spPr>
            <a:xfrm>
              <a:off x="1538351" y="3148075"/>
              <a:ext cx="247650" cy="304800"/>
            </a:xfrm>
            <a:custGeom>
              <a:rect b="b" l="l" r="r" t="t"/>
              <a:pathLst>
                <a:path extrusionOk="0" h="304800" w="247650">
                  <a:moveTo>
                    <a:pt x="0" y="304800"/>
                  </a:moveTo>
                  <a:lnTo>
                    <a:pt x="123825" y="0"/>
                  </a:lnTo>
                  <a:lnTo>
                    <a:pt x="247650" y="30480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cap="flat" cmpd="sng" w="12700">
              <a:solidFill>
                <a:srgbClr val="3649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9"/>
            <p:cNvSpPr/>
            <p:nvPr/>
          </p:nvSpPr>
          <p:spPr>
            <a:xfrm>
              <a:off x="1252537" y="3652900"/>
              <a:ext cx="257810" cy="295275"/>
            </a:xfrm>
            <a:custGeom>
              <a:rect b="b" l="l" r="r" t="t"/>
              <a:pathLst>
                <a:path extrusionOk="0" h="295275" w="257809">
                  <a:moveTo>
                    <a:pt x="128587" y="0"/>
                  </a:moveTo>
                  <a:lnTo>
                    <a:pt x="0" y="295275"/>
                  </a:lnTo>
                  <a:lnTo>
                    <a:pt x="257238" y="295275"/>
                  </a:lnTo>
                  <a:lnTo>
                    <a:pt x="128587" y="0"/>
                  </a:lnTo>
                  <a:close/>
                </a:path>
              </a:pathLst>
            </a:custGeom>
            <a:solidFill>
              <a:srgbClr val="A3D6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9"/>
            <p:cNvSpPr/>
            <p:nvPr/>
          </p:nvSpPr>
          <p:spPr>
            <a:xfrm>
              <a:off x="1252537" y="3652900"/>
              <a:ext cx="257810" cy="295275"/>
            </a:xfrm>
            <a:custGeom>
              <a:rect b="b" l="l" r="r" t="t"/>
              <a:pathLst>
                <a:path extrusionOk="0" h="295275" w="257809">
                  <a:moveTo>
                    <a:pt x="0" y="295275"/>
                  </a:moveTo>
                  <a:lnTo>
                    <a:pt x="128587" y="0"/>
                  </a:lnTo>
                  <a:lnTo>
                    <a:pt x="257238" y="295275"/>
                  </a:lnTo>
                  <a:lnTo>
                    <a:pt x="0" y="295275"/>
                  </a:lnTo>
                  <a:close/>
                </a:path>
              </a:pathLst>
            </a:custGeom>
            <a:noFill/>
            <a:ln cap="flat" cmpd="sng" w="12700">
              <a:solidFill>
                <a:srgbClr val="3649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0" name="Google Shape;370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81175" y="4124325"/>
              <a:ext cx="209550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24100" y="38195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2" name="Google Shape;37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0519" y="1316956"/>
            <a:ext cx="2066925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9"/>
          <p:cNvSpPr txBox="1"/>
          <p:nvPr/>
        </p:nvSpPr>
        <p:spPr>
          <a:xfrm>
            <a:off x="1140811" y="3404779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